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61" r:id="rId3"/>
    <p:sldId id="260" r:id="rId4"/>
    <p:sldId id="257" r:id="rId5"/>
    <p:sldId id="259" r:id="rId6"/>
    <p:sldId id="262" r:id="rId7"/>
    <p:sldId id="263" r:id="rId8"/>
    <p:sldId id="264" r:id="rId9"/>
    <p:sldId id="274" r:id="rId10"/>
    <p:sldId id="265" r:id="rId11"/>
    <p:sldId id="267" r:id="rId12"/>
    <p:sldId id="268" r:id="rId13"/>
    <p:sldId id="270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D05E24-9B69-40CE-B83A-65C6A96FD7BC}">
          <p14:sldIdLst>
            <p14:sldId id="256"/>
            <p14:sldId id="261"/>
            <p14:sldId id="260"/>
            <p14:sldId id="257"/>
            <p14:sldId id="259"/>
            <p14:sldId id="262"/>
            <p14:sldId id="263"/>
            <p14:sldId id="264"/>
            <p14:sldId id="274"/>
            <p14:sldId id="265"/>
            <p14:sldId id="267"/>
            <p14:sldId id="268"/>
            <p14:sldId id="270"/>
            <p14:sldId id="269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Eduard Plüddemann" userId="abbe8abf-cbea-4606-a990-ac740413c2ec" providerId="ADAL" clId="{811034FE-9D6F-474C-B0F1-13CC88345C4B}"/>
    <pc:docChg chg="custSel addSld modSld modSection">
      <pc:chgData name="Alex Eduard Plüddemann" userId="abbe8abf-cbea-4606-a990-ac740413c2ec" providerId="ADAL" clId="{811034FE-9D6F-474C-B0F1-13CC88345C4B}" dt="2025-11-21T14:39:01.260" v="373" actId="20577"/>
      <pc:docMkLst>
        <pc:docMk/>
      </pc:docMkLst>
      <pc:sldChg chg="modSp mod">
        <pc:chgData name="Alex Eduard Plüddemann" userId="abbe8abf-cbea-4606-a990-ac740413c2ec" providerId="ADAL" clId="{811034FE-9D6F-474C-B0F1-13CC88345C4B}" dt="2025-11-21T14:39:01.260" v="373" actId="20577"/>
        <pc:sldMkLst>
          <pc:docMk/>
          <pc:sldMk cId="1678935133" sldId="273"/>
        </pc:sldMkLst>
        <pc:spChg chg="mod">
          <ac:chgData name="Alex Eduard Plüddemann" userId="abbe8abf-cbea-4606-a990-ac740413c2ec" providerId="ADAL" clId="{811034FE-9D6F-474C-B0F1-13CC88345C4B}" dt="2025-11-21T14:37:34.354" v="170" actId="20577"/>
          <ac:spMkLst>
            <pc:docMk/>
            <pc:sldMk cId="1678935133" sldId="273"/>
            <ac:spMk id="2" creationId="{E5E1B911-3E5B-3F82-49AF-4126DE5E33EC}"/>
          </ac:spMkLst>
        </pc:spChg>
        <pc:spChg chg="mod">
          <ac:chgData name="Alex Eduard Plüddemann" userId="abbe8abf-cbea-4606-a990-ac740413c2ec" providerId="ADAL" clId="{811034FE-9D6F-474C-B0F1-13CC88345C4B}" dt="2025-11-21T14:39:01.260" v="373" actId="20577"/>
          <ac:spMkLst>
            <pc:docMk/>
            <pc:sldMk cId="1678935133" sldId="273"/>
            <ac:spMk id="3" creationId="{512F83B9-13CE-DD46-2998-9758DF38B75D}"/>
          </ac:spMkLst>
        </pc:spChg>
      </pc:sldChg>
      <pc:sldChg chg="addSp delSp modSp add mod setBg">
        <pc:chgData name="Alex Eduard Plüddemann" userId="abbe8abf-cbea-4606-a990-ac740413c2ec" providerId="ADAL" clId="{811034FE-9D6F-474C-B0F1-13CC88345C4B}" dt="2025-11-21T14:37:27.410" v="160" actId="1076"/>
        <pc:sldMkLst>
          <pc:docMk/>
          <pc:sldMk cId="1966246416" sldId="274"/>
        </pc:sldMkLst>
        <pc:spChg chg="mod ord">
          <ac:chgData name="Alex Eduard Plüddemann" userId="abbe8abf-cbea-4606-a990-ac740413c2ec" providerId="ADAL" clId="{811034FE-9D6F-474C-B0F1-13CC88345C4B}" dt="2025-11-21T14:35:48.663" v="117" actId="26606"/>
          <ac:spMkLst>
            <pc:docMk/>
            <pc:sldMk cId="1966246416" sldId="274"/>
            <ac:spMk id="2" creationId="{B23D48D3-F93D-1762-D8D3-2C537452E1F5}"/>
          </ac:spMkLst>
        </pc:spChg>
        <pc:spChg chg="add del mod">
          <ac:chgData name="Alex Eduard Plüddemann" userId="abbe8abf-cbea-4606-a990-ac740413c2ec" providerId="ADAL" clId="{811034FE-9D6F-474C-B0F1-13CC88345C4B}" dt="2025-11-21T14:33:27.506" v="87" actId="478"/>
          <ac:spMkLst>
            <pc:docMk/>
            <pc:sldMk cId="1966246416" sldId="274"/>
            <ac:spMk id="4" creationId="{B532F045-4511-EEC5-B1FC-CB80900CAEFC}"/>
          </ac:spMkLst>
        </pc:spChg>
        <pc:spChg chg="add del mod">
          <ac:chgData name="Alex Eduard Plüddemann" userId="abbe8abf-cbea-4606-a990-ac740413c2ec" providerId="ADAL" clId="{811034FE-9D6F-474C-B0F1-13CC88345C4B}" dt="2025-11-21T14:33:44.917" v="90" actId="478"/>
          <ac:spMkLst>
            <pc:docMk/>
            <pc:sldMk cId="1966246416" sldId="274"/>
            <ac:spMk id="7" creationId="{52CA00AE-27CE-000A-F548-782618A10987}"/>
          </ac:spMkLst>
        </pc:spChg>
        <pc:spChg chg="mod ord">
          <ac:chgData name="Alex Eduard Plüddemann" userId="abbe8abf-cbea-4606-a990-ac740413c2ec" providerId="ADAL" clId="{811034FE-9D6F-474C-B0F1-13CC88345C4B}" dt="2025-11-21T14:36:42.826" v="153" actId="20577"/>
          <ac:spMkLst>
            <pc:docMk/>
            <pc:sldMk cId="1966246416" sldId="274"/>
            <ac:spMk id="10" creationId="{1C0AB440-46B3-3EBF-4EA7-AAB207F33599}"/>
          </ac:spMkLst>
        </pc:spChg>
        <pc:spChg chg="add">
          <ac:chgData name="Alex Eduard Plüddemann" userId="abbe8abf-cbea-4606-a990-ac740413c2ec" providerId="ADAL" clId="{811034FE-9D6F-474C-B0F1-13CC88345C4B}" dt="2025-11-21T14:35:48.663" v="117" actId="26606"/>
          <ac:spMkLst>
            <pc:docMk/>
            <pc:sldMk cId="1966246416" sldId="274"/>
            <ac:spMk id="34" creationId="{29FD90D9-0777-4927-90C9-E837E6773094}"/>
          </ac:spMkLst>
        </pc:spChg>
        <pc:spChg chg="add">
          <ac:chgData name="Alex Eduard Plüddemann" userId="abbe8abf-cbea-4606-a990-ac740413c2ec" providerId="ADAL" clId="{811034FE-9D6F-474C-B0F1-13CC88345C4B}" dt="2025-11-21T14:35:48.663" v="117" actId="26606"/>
          <ac:spMkLst>
            <pc:docMk/>
            <pc:sldMk cId="1966246416" sldId="274"/>
            <ac:spMk id="36" creationId="{F92D073F-0FE7-41B7-ADCD-5CE16DEEE09E}"/>
          </ac:spMkLst>
        </pc:spChg>
        <pc:grpChg chg="add">
          <ac:chgData name="Alex Eduard Plüddemann" userId="abbe8abf-cbea-4606-a990-ac740413c2ec" providerId="ADAL" clId="{811034FE-9D6F-474C-B0F1-13CC88345C4B}" dt="2025-11-21T14:35:48.663" v="117" actId="26606"/>
          <ac:grpSpMkLst>
            <pc:docMk/>
            <pc:sldMk cId="1966246416" sldId="274"/>
            <ac:grpSpMk id="22" creationId="{7A533011-3316-4DFD-B545-CAAF85A5DDA3}"/>
          </ac:grpSpMkLst>
        </pc:grpChg>
        <pc:picChg chg="del">
          <ac:chgData name="Alex Eduard Plüddemann" userId="abbe8abf-cbea-4606-a990-ac740413c2ec" providerId="ADAL" clId="{811034FE-9D6F-474C-B0F1-13CC88345C4B}" dt="2025-11-21T14:32:54.309" v="10" actId="478"/>
          <ac:picMkLst>
            <pc:docMk/>
            <pc:sldMk cId="1966246416" sldId="274"/>
            <ac:picMk id="6" creationId="{FF9C6C24-6971-73D8-B080-53DEF184A6C6}"/>
          </ac:picMkLst>
        </pc:picChg>
        <pc:picChg chg="del">
          <ac:chgData name="Alex Eduard Plüddemann" userId="abbe8abf-cbea-4606-a990-ac740413c2ec" providerId="ADAL" clId="{811034FE-9D6F-474C-B0F1-13CC88345C4B}" dt="2025-11-21T14:33:29.377" v="88" actId="478"/>
          <ac:picMkLst>
            <pc:docMk/>
            <pc:sldMk cId="1966246416" sldId="274"/>
            <ac:picMk id="8" creationId="{B77A0720-63E1-5F97-E81E-2337C8E5E965}"/>
          </ac:picMkLst>
        </pc:picChg>
        <pc:picChg chg="add mod ord">
          <ac:chgData name="Alex Eduard Plüddemann" userId="abbe8abf-cbea-4606-a990-ac740413c2ec" providerId="ADAL" clId="{811034FE-9D6F-474C-B0F1-13CC88345C4B}" dt="2025-11-21T14:36:00.322" v="121" actId="1076"/>
          <ac:picMkLst>
            <pc:docMk/>
            <pc:sldMk cId="1966246416" sldId="274"/>
            <ac:picMk id="11" creationId="{E81EF4A1-BC55-9FF2-90C6-B2723548E652}"/>
          </ac:picMkLst>
        </pc:picChg>
        <pc:picChg chg="add mod">
          <ac:chgData name="Alex Eduard Plüddemann" userId="abbe8abf-cbea-4606-a990-ac740413c2ec" providerId="ADAL" clId="{811034FE-9D6F-474C-B0F1-13CC88345C4B}" dt="2025-11-21T14:35:58.443" v="120" actId="1076"/>
          <ac:picMkLst>
            <pc:docMk/>
            <pc:sldMk cId="1966246416" sldId="274"/>
            <ac:picMk id="13" creationId="{6DE41722-2D7B-C017-E775-892830F94767}"/>
          </ac:picMkLst>
        </pc:picChg>
        <pc:picChg chg="add del mod">
          <ac:chgData name="Alex Eduard Plüddemann" userId="abbe8abf-cbea-4606-a990-ac740413c2ec" providerId="ADAL" clId="{811034FE-9D6F-474C-B0F1-13CC88345C4B}" dt="2025-11-21T14:35:27.170" v="110" actId="478"/>
          <ac:picMkLst>
            <pc:docMk/>
            <pc:sldMk cId="1966246416" sldId="274"/>
            <ac:picMk id="15" creationId="{2A693762-98CB-9DBA-C570-B4251250A485}"/>
          </ac:picMkLst>
        </pc:picChg>
        <pc:picChg chg="add del mod">
          <ac:chgData name="Alex Eduard Plüddemann" userId="abbe8abf-cbea-4606-a990-ac740413c2ec" providerId="ADAL" clId="{811034FE-9D6F-474C-B0F1-13CC88345C4B}" dt="2025-11-21T14:37:16.822" v="154" actId="478"/>
          <ac:picMkLst>
            <pc:docMk/>
            <pc:sldMk cId="1966246416" sldId="274"/>
            <ac:picMk id="17" creationId="{6955D702-4C43-789A-7AA9-28997C3C15D5}"/>
          </ac:picMkLst>
        </pc:picChg>
        <pc:picChg chg="add mod">
          <ac:chgData name="Alex Eduard Plüddemann" userId="abbe8abf-cbea-4606-a990-ac740413c2ec" providerId="ADAL" clId="{811034FE-9D6F-474C-B0F1-13CC88345C4B}" dt="2025-11-21T14:37:27.410" v="160" actId="1076"/>
          <ac:picMkLst>
            <pc:docMk/>
            <pc:sldMk cId="1966246416" sldId="274"/>
            <ac:picMk id="19" creationId="{45A4F96D-79D5-7DD8-ACC7-71DD9E6A94D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2F916B-01C3-43FD-9A98-739087F1CDF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197A16-9029-4C96-BF8D-563AAE68F3FA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To allow contract lecturers to easily make claims to the institution for work carried out.</a:t>
          </a:r>
          <a:endParaRPr lang="en-US"/>
        </a:p>
      </dgm:t>
    </dgm:pt>
    <dgm:pt modelId="{E9ACCED2-63B6-44F4-B9A6-6DC7C1EDD2DE}" type="parTrans" cxnId="{97F7BAFF-9527-4F6B-BE77-3E111B2AE48D}">
      <dgm:prSet/>
      <dgm:spPr/>
      <dgm:t>
        <a:bodyPr/>
        <a:lstStyle/>
        <a:p>
          <a:endParaRPr lang="en-US"/>
        </a:p>
      </dgm:t>
    </dgm:pt>
    <dgm:pt modelId="{64095F34-73AE-4D20-9493-A8967ABD3EF6}" type="sibTrans" cxnId="{97F7BAFF-9527-4F6B-BE77-3E111B2AE48D}">
      <dgm:prSet/>
      <dgm:spPr/>
      <dgm:t>
        <a:bodyPr/>
        <a:lstStyle/>
        <a:p>
          <a:endParaRPr lang="en-US"/>
        </a:p>
      </dgm:t>
    </dgm:pt>
    <dgm:pt modelId="{3B6A957C-7DBB-4090-893B-7A846853BFB5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dirty="0"/>
            <a:t>To facilitate transparency in the claims process.</a:t>
          </a:r>
          <a:endParaRPr lang="en-US" dirty="0"/>
        </a:p>
      </dgm:t>
    </dgm:pt>
    <dgm:pt modelId="{A0ABBDF5-C0AB-4971-858B-C46A1DCB9BF0}" type="parTrans" cxnId="{8FF17276-1863-4666-9DA9-523AF6529A6B}">
      <dgm:prSet/>
      <dgm:spPr/>
      <dgm:t>
        <a:bodyPr/>
        <a:lstStyle/>
        <a:p>
          <a:endParaRPr lang="en-US"/>
        </a:p>
      </dgm:t>
    </dgm:pt>
    <dgm:pt modelId="{94D00E56-1C25-4F56-A17F-D99DE522A200}" type="sibTrans" cxnId="{8FF17276-1863-4666-9DA9-523AF6529A6B}">
      <dgm:prSet/>
      <dgm:spPr/>
      <dgm:t>
        <a:bodyPr/>
        <a:lstStyle/>
        <a:p>
          <a:endParaRPr lang="en-US"/>
        </a:p>
      </dgm:t>
    </dgm:pt>
    <dgm:pt modelId="{383F92DB-D952-4C49-844E-0973B77D6182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To increase claim processing efficiency.</a:t>
          </a:r>
          <a:endParaRPr lang="en-US"/>
        </a:p>
      </dgm:t>
    </dgm:pt>
    <dgm:pt modelId="{41D725CF-7278-4421-A192-7021E64E34ED}" type="parTrans" cxnId="{93C82E72-D00A-417C-801A-620E16BBC3C3}">
      <dgm:prSet/>
      <dgm:spPr/>
      <dgm:t>
        <a:bodyPr/>
        <a:lstStyle/>
        <a:p>
          <a:endParaRPr lang="en-US"/>
        </a:p>
      </dgm:t>
    </dgm:pt>
    <dgm:pt modelId="{15228AB8-7E82-499C-9388-F2B5132F197B}" type="sibTrans" cxnId="{93C82E72-D00A-417C-801A-620E16BBC3C3}">
      <dgm:prSet/>
      <dgm:spPr/>
      <dgm:t>
        <a:bodyPr/>
        <a:lstStyle/>
        <a:p>
          <a:endParaRPr lang="en-US"/>
        </a:p>
      </dgm:t>
    </dgm:pt>
    <dgm:pt modelId="{8BC07DBE-6AFE-46F6-A3D4-326DEEA423AD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To provide actionable insights to HR.</a:t>
          </a:r>
          <a:endParaRPr lang="en-US"/>
        </a:p>
      </dgm:t>
    </dgm:pt>
    <dgm:pt modelId="{02FD9F89-1B0D-45DC-BDD7-4481AB720957}" type="parTrans" cxnId="{0662F214-073A-4C25-BE54-B769842D652A}">
      <dgm:prSet/>
      <dgm:spPr/>
      <dgm:t>
        <a:bodyPr/>
        <a:lstStyle/>
        <a:p>
          <a:endParaRPr lang="en-US"/>
        </a:p>
      </dgm:t>
    </dgm:pt>
    <dgm:pt modelId="{8F8CE2EA-C60F-49AE-B2B7-D9B5D421A73A}" type="sibTrans" cxnId="{0662F214-073A-4C25-BE54-B769842D652A}">
      <dgm:prSet/>
      <dgm:spPr/>
      <dgm:t>
        <a:bodyPr/>
        <a:lstStyle/>
        <a:p>
          <a:endParaRPr lang="en-US"/>
        </a:p>
      </dgm:t>
    </dgm:pt>
    <dgm:pt modelId="{8D2CB82F-67D0-4365-9288-02B3815A61B2}" type="pres">
      <dgm:prSet presAssocID="{6B2F916B-01C3-43FD-9A98-739087F1CDF7}" presName="root" presStyleCnt="0">
        <dgm:presLayoutVars>
          <dgm:dir/>
          <dgm:resizeHandles val="exact"/>
        </dgm:presLayoutVars>
      </dgm:prSet>
      <dgm:spPr/>
    </dgm:pt>
    <dgm:pt modelId="{6CC4810B-86DD-49C4-B91A-A78F44FAE9C9}" type="pres">
      <dgm:prSet presAssocID="{14197A16-9029-4C96-BF8D-563AAE68F3FA}" presName="compNode" presStyleCnt="0"/>
      <dgm:spPr/>
    </dgm:pt>
    <dgm:pt modelId="{B1774E9D-1BD0-4F4A-A62B-EEFF6E989886}" type="pres">
      <dgm:prSet presAssocID="{14197A16-9029-4C96-BF8D-563AAE68F3FA}" presName="bgRect" presStyleLbl="bgShp" presStyleIdx="0" presStyleCnt="4"/>
      <dgm:spPr/>
    </dgm:pt>
    <dgm:pt modelId="{48117E2B-96BC-47BC-A5AC-E8FEDF5ADFD6}" type="pres">
      <dgm:prSet presAssocID="{14197A16-9029-4C96-BF8D-563AAE68F3F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tract with solid fill"/>
        </a:ext>
      </dgm:extLst>
    </dgm:pt>
    <dgm:pt modelId="{0812F832-FD7D-469C-BD50-ADE5A8FF0E2F}" type="pres">
      <dgm:prSet presAssocID="{14197A16-9029-4C96-BF8D-563AAE68F3FA}" presName="spaceRect" presStyleCnt="0"/>
      <dgm:spPr/>
    </dgm:pt>
    <dgm:pt modelId="{144ABBCF-B3F9-492B-BEF4-CF9313B45F65}" type="pres">
      <dgm:prSet presAssocID="{14197A16-9029-4C96-BF8D-563AAE68F3FA}" presName="parTx" presStyleLbl="revTx" presStyleIdx="0" presStyleCnt="4">
        <dgm:presLayoutVars>
          <dgm:chMax val="0"/>
          <dgm:chPref val="0"/>
        </dgm:presLayoutVars>
      </dgm:prSet>
      <dgm:spPr/>
    </dgm:pt>
    <dgm:pt modelId="{8743E144-13DB-45AE-911A-9FF88A575226}" type="pres">
      <dgm:prSet presAssocID="{64095F34-73AE-4D20-9493-A8967ABD3EF6}" presName="sibTrans" presStyleCnt="0"/>
      <dgm:spPr/>
    </dgm:pt>
    <dgm:pt modelId="{902E8E6C-7139-4608-B5A5-DAD943BDBD32}" type="pres">
      <dgm:prSet presAssocID="{3B6A957C-7DBB-4090-893B-7A846853BFB5}" presName="compNode" presStyleCnt="0"/>
      <dgm:spPr/>
    </dgm:pt>
    <dgm:pt modelId="{6FD06307-E415-4C6D-BE9D-42B5A932181A}" type="pres">
      <dgm:prSet presAssocID="{3B6A957C-7DBB-4090-893B-7A846853BFB5}" presName="bgRect" presStyleLbl="bgShp" presStyleIdx="1" presStyleCnt="4"/>
      <dgm:spPr/>
    </dgm:pt>
    <dgm:pt modelId="{71178AA8-8C82-4EB4-AE06-3845691D809D}" type="pres">
      <dgm:prSet presAssocID="{3B6A957C-7DBB-4090-893B-7A846853BFB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 outline"/>
        </a:ext>
      </dgm:extLst>
    </dgm:pt>
    <dgm:pt modelId="{BC76C77A-C1B3-405E-A043-E60DDED92B1F}" type="pres">
      <dgm:prSet presAssocID="{3B6A957C-7DBB-4090-893B-7A846853BFB5}" presName="spaceRect" presStyleCnt="0"/>
      <dgm:spPr/>
    </dgm:pt>
    <dgm:pt modelId="{C8C6D67D-EC6F-4576-93F1-252DC709D86B}" type="pres">
      <dgm:prSet presAssocID="{3B6A957C-7DBB-4090-893B-7A846853BFB5}" presName="parTx" presStyleLbl="revTx" presStyleIdx="1" presStyleCnt="4">
        <dgm:presLayoutVars>
          <dgm:chMax val="0"/>
          <dgm:chPref val="0"/>
        </dgm:presLayoutVars>
      </dgm:prSet>
      <dgm:spPr/>
    </dgm:pt>
    <dgm:pt modelId="{C2A9CB89-4F9C-4D44-A08D-A6BD8420B5BC}" type="pres">
      <dgm:prSet presAssocID="{94D00E56-1C25-4F56-A17F-D99DE522A200}" presName="sibTrans" presStyleCnt="0"/>
      <dgm:spPr/>
    </dgm:pt>
    <dgm:pt modelId="{6B6A5B46-3D8E-4F14-B91C-AD952083D13F}" type="pres">
      <dgm:prSet presAssocID="{383F92DB-D952-4C49-844E-0973B77D6182}" presName="compNode" presStyleCnt="0"/>
      <dgm:spPr/>
    </dgm:pt>
    <dgm:pt modelId="{0A4D4921-8E90-49DE-A37D-0F04C79BE1D0}" type="pres">
      <dgm:prSet presAssocID="{383F92DB-D952-4C49-844E-0973B77D6182}" presName="bgRect" presStyleLbl="bgShp" presStyleIdx="2" presStyleCnt="4"/>
      <dgm:spPr/>
    </dgm:pt>
    <dgm:pt modelId="{D76F3C03-2E11-4A3D-9E40-ADDB9B31E29F}" type="pres">
      <dgm:prSet presAssocID="{383F92DB-D952-4C49-844E-0973B77D618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E68999A-FEC8-4EDF-AF05-7D1D9975784E}" type="pres">
      <dgm:prSet presAssocID="{383F92DB-D952-4C49-844E-0973B77D6182}" presName="spaceRect" presStyleCnt="0"/>
      <dgm:spPr/>
    </dgm:pt>
    <dgm:pt modelId="{1896A216-DB55-48D7-8A0C-82135296AF4E}" type="pres">
      <dgm:prSet presAssocID="{383F92DB-D952-4C49-844E-0973B77D6182}" presName="parTx" presStyleLbl="revTx" presStyleIdx="2" presStyleCnt="4">
        <dgm:presLayoutVars>
          <dgm:chMax val="0"/>
          <dgm:chPref val="0"/>
        </dgm:presLayoutVars>
      </dgm:prSet>
      <dgm:spPr/>
    </dgm:pt>
    <dgm:pt modelId="{3FFB437D-8A93-4150-B6D5-8D07CC24ADAF}" type="pres">
      <dgm:prSet presAssocID="{15228AB8-7E82-499C-9388-F2B5132F197B}" presName="sibTrans" presStyleCnt="0"/>
      <dgm:spPr/>
    </dgm:pt>
    <dgm:pt modelId="{C063D64D-CFE0-4947-AC0E-8B0141319994}" type="pres">
      <dgm:prSet presAssocID="{8BC07DBE-6AFE-46F6-A3D4-326DEEA423AD}" presName="compNode" presStyleCnt="0"/>
      <dgm:spPr/>
    </dgm:pt>
    <dgm:pt modelId="{FEFE2E13-B09D-431F-908A-AE5BD340EDE6}" type="pres">
      <dgm:prSet presAssocID="{8BC07DBE-6AFE-46F6-A3D4-326DEEA423AD}" presName="bgRect" presStyleLbl="bgShp" presStyleIdx="3" presStyleCnt="4"/>
      <dgm:spPr/>
    </dgm:pt>
    <dgm:pt modelId="{103C0435-015C-42A6-AB5E-A30FC71CA46B}" type="pres">
      <dgm:prSet presAssocID="{8BC07DBE-6AFE-46F6-A3D4-326DEEA423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3A057E2-2454-4E91-99FA-CFFCD37D2D8D}" type="pres">
      <dgm:prSet presAssocID="{8BC07DBE-6AFE-46F6-A3D4-326DEEA423AD}" presName="spaceRect" presStyleCnt="0"/>
      <dgm:spPr/>
    </dgm:pt>
    <dgm:pt modelId="{43168CD2-74B1-49B2-829D-086B5BCD2960}" type="pres">
      <dgm:prSet presAssocID="{8BC07DBE-6AFE-46F6-A3D4-326DEEA423A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7C46B0E-66D6-41BB-ADBA-0619AF1CD62C}" type="presOf" srcId="{3B6A957C-7DBB-4090-893B-7A846853BFB5}" destId="{C8C6D67D-EC6F-4576-93F1-252DC709D86B}" srcOrd="0" destOrd="0" presId="urn:microsoft.com/office/officeart/2018/2/layout/IconVerticalSolidList"/>
    <dgm:cxn modelId="{0662F214-073A-4C25-BE54-B769842D652A}" srcId="{6B2F916B-01C3-43FD-9A98-739087F1CDF7}" destId="{8BC07DBE-6AFE-46F6-A3D4-326DEEA423AD}" srcOrd="3" destOrd="0" parTransId="{02FD9F89-1B0D-45DC-BDD7-4481AB720957}" sibTransId="{8F8CE2EA-C60F-49AE-B2B7-D9B5D421A73A}"/>
    <dgm:cxn modelId="{60880D65-CF38-4DA8-B6BB-990F5162C9FC}" type="presOf" srcId="{383F92DB-D952-4C49-844E-0973B77D6182}" destId="{1896A216-DB55-48D7-8A0C-82135296AF4E}" srcOrd="0" destOrd="0" presId="urn:microsoft.com/office/officeart/2018/2/layout/IconVerticalSolidList"/>
    <dgm:cxn modelId="{A0E7D968-B2B4-430B-8DAE-92751A8601D6}" type="presOf" srcId="{6B2F916B-01C3-43FD-9A98-739087F1CDF7}" destId="{8D2CB82F-67D0-4365-9288-02B3815A61B2}" srcOrd="0" destOrd="0" presId="urn:microsoft.com/office/officeart/2018/2/layout/IconVerticalSolidList"/>
    <dgm:cxn modelId="{93C82E72-D00A-417C-801A-620E16BBC3C3}" srcId="{6B2F916B-01C3-43FD-9A98-739087F1CDF7}" destId="{383F92DB-D952-4C49-844E-0973B77D6182}" srcOrd="2" destOrd="0" parTransId="{41D725CF-7278-4421-A192-7021E64E34ED}" sibTransId="{15228AB8-7E82-499C-9388-F2B5132F197B}"/>
    <dgm:cxn modelId="{C1C51656-1528-467E-AA0F-3001C3435B1B}" type="presOf" srcId="{8BC07DBE-6AFE-46F6-A3D4-326DEEA423AD}" destId="{43168CD2-74B1-49B2-829D-086B5BCD2960}" srcOrd="0" destOrd="0" presId="urn:microsoft.com/office/officeart/2018/2/layout/IconVerticalSolidList"/>
    <dgm:cxn modelId="{8FF17276-1863-4666-9DA9-523AF6529A6B}" srcId="{6B2F916B-01C3-43FD-9A98-739087F1CDF7}" destId="{3B6A957C-7DBB-4090-893B-7A846853BFB5}" srcOrd="1" destOrd="0" parTransId="{A0ABBDF5-C0AB-4971-858B-C46A1DCB9BF0}" sibTransId="{94D00E56-1C25-4F56-A17F-D99DE522A200}"/>
    <dgm:cxn modelId="{C05FC8F6-608C-4364-BD5F-747B7D86CDE2}" type="presOf" srcId="{14197A16-9029-4C96-BF8D-563AAE68F3FA}" destId="{144ABBCF-B3F9-492B-BEF4-CF9313B45F65}" srcOrd="0" destOrd="0" presId="urn:microsoft.com/office/officeart/2018/2/layout/IconVerticalSolidList"/>
    <dgm:cxn modelId="{97F7BAFF-9527-4F6B-BE77-3E111B2AE48D}" srcId="{6B2F916B-01C3-43FD-9A98-739087F1CDF7}" destId="{14197A16-9029-4C96-BF8D-563AAE68F3FA}" srcOrd="0" destOrd="0" parTransId="{E9ACCED2-63B6-44F4-B9A6-6DC7C1EDD2DE}" sibTransId="{64095F34-73AE-4D20-9493-A8967ABD3EF6}"/>
    <dgm:cxn modelId="{A990AEA7-F14F-445A-8168-888A8E03CA37}" type="presParOf" srcId="{8D2CB82F-67D0-4365-9288-02B3815A61B2}" destId="{6CC4810B-86DD-49C4-B91A-A78F44FAE9C9}" srcOrd="0" destOrd="0" presId="urn:microsoft.com/office/officeart/2018/2/layout/IconVerticalSolidList"/>
    <dgm:cxn modelId="{8A5E0644-3322-4F4B-B1D1-96D2C0F5F9C0}" type="presParOf" srcId="{6CC4810B-86DD-49C4-B91A-A78F44FAE9C9}" destId="{B1774E9D-1BD0-4F4A-A62B-EEFF6E989886}" srcOrd="0" destOrd="0" presId="urn:microsoft.com/office/officeart/2018/2/layout/IconVerticalSolidList"/>
    <dgm:cxn modelId="{4DA8B851-11F7-4341-B758-622569B05778}" type="presParOf" srcId="{6CC4810B-86DD-49C4-B91A-A78F44FAE9C9}" destId="{48117E2B-96BC-47BC-A5AC-E8FEDF5ADFD6}" srcOrd="1" destOrd="0" presId="urn:microsoft.com/office/officeart/2018/2/layout/IconVerticalSolidList"/>
    <dgm:cxn modelId="{9A62C259-3EB5-432A-98DE-38B551534D23}" type="presParOf" srcId="{6CC4810B-86DD-49C4-B91A-A78F44FAE9C9}" destId="{0812F832-FD7D-469C-BD50-ADE5A8FF0E2F}" srcOrd="2" destOrd="0" presId="urn:microsoft.com/office/officeart/2018/2/layout/IconVerticalSolidList"/>
    <dgm:cxn modelId="{839E781C-3649-49A0-806B-BBF03628D617}" type="presParOf" srcId="{6CC4810B-86DD-49C4-B91A-A78F44FAE9C9}" destId="{144ABBCF-B3F9-492B-BEF4-CF9313B45F65}" srcOrd="3" destOrd="0" presId="urn:microsoft.com/office/officeart/2018/2/layout/IconVerticalSolidList"/>
    <dgm:cxn modelId="{58688C1E-180D-419E-AAA4-AB9A3FAC7C17}" type="presParOf" srcId="{8D2CB82F-67D0-4365-9288-02B3815A61B2}" destId="{8743E144-13DB-45AE-911A-9FF88A575226}" srcOrd="1" destOrd="0" presId="urn:microsoft.com/office/officeart/2018/2/layout/IconVerticalSolidList"/>
    <dgm:cxn modelId="{D971E87F-E89E-4CB0-B08B-AC40922281EB}" type="presParOf" srcId="{8D2CB82F-67D0-4365-9288-02B3815A61B2}" destId="{902E8E6C-7139-4608-B5A5-DAD943BDBD32}" srcOrd="2" destOrd="0" presId="urn:microsoft.com/office/officeart/2018/2/layout/IconVerticalSolidList"/>
    <dgm:cxn modelId="{ED797E56-06EB-4CFB-87C2-B35E08CC1EBE}" type="presParOf" srcId="{902E8E6C-7139-4608-B5A5-DAD943BDBD32}" destId="{6FD06307-E415-4C6D-BE9D-42B5A932181A}" srcOrd="0" destOrd="0" presId="urn:microsoft.com/office/officeart/2018/2/layout/IconVerticalSolidList"/>
    <dgm:cxn modelId="{79E24B1E-18D2-41B4-ADEE-478FA1020110}" type="presParOf" srcId="{902E8E6C-7139-4608-B5A5-DAD943BDBD32}" destId="{71178AA8-8C82-4EB4-AE06-3845691D809D}" srcOrd="1" destOrd="0" presId="urn:microsoft.com/office/officeart/2018/2/layout/IconVerticalSolidList"/>
    <dgm:cxn modelId="{2F9A74CB-E5AA-4D7C-8340-46D922856247}" type="presParOf" srcId="{902E8E6C-7139-4608-B5A5-DAD943BDBD32}" destId="{BC76C77A-C1B3-405E-A043-E60DDED92B1F}" srcOrd="2" destOrd="0" presId="urn:microsoft.com/office/officeart/2018/2/layout/IconVerticalSolidList"/>
    <dgm:cxn modelId="{5C0E15B1-9066-4DCB-AB2C-4854121A5D6A}" type="presParOf" srcId="{902E8E6C-7139-4608-B5A5-DAD943BDBD32}" destId="{C8C6D67D-EC6F-4576-93F1-252DC709D86B}" srcOrd="3" destOrd="0" presId="urn:microsoft.com/office/officeart/2018/2/layout/IconVerticalSolidList"/>
    <dgm:cxn modelId="{30D24FF0-7255-40C0-B841-124ABA0361BD}" type="presParOf" srcId="{8D2CB82F-67D0-4365-9288-02B3815A61B2}" destId="{C2A9CB89-4F9C-4D44-A08D-A6BD8420B5BC}" srcOrd="3" destOrd="0" presId="urn:microsoft.com/office/officeart/2018/2/layout/IconVerticalSolidList"/>
    <dgm:cxn modelId="{90046C44-D868-4B2A-B49A-53C4BEFC62F3}" type="presParOf" srcId="{8D2CB82F-67D0-4365-9288-02B3815A61B2}" destId="{6B6A5B46-3D8E-4F14-B91C-AD952083D13F}" srcOrd="4" destOrd="0" presId="urn:microsoft.com/office/officeart/2018/2/layout/IconVerticalSolidList"/>
    <dgm:cxn modelId="{4F73DDA9-1E87-494B-844B-96E0E5370FD5}" type="presParOf" srcId="{6B6A5B46-3D8E-4F14-B91C-AD952083D13F}" destId="{0A4D4921-8E90-49DE-A37D-0F04C79BE1D0}" srcOrd="0" destOrd="0" presId="urn:microsoft.com/office/officeart/2018/2/layout/IconVerticalSolidList"/>
    <dgm:cxn modelId="{9B8C82E9-5BDD-4A35-876E-C9E30FA631F3}" type="presParOf" srcId="{6B6A5B46-3D8E-4F14-B91C-AD952083D13F}" destId="{D76F3C03-2E11-4A3D-9E40-ADDB9B31E29F}" srcOrd="1" destOrd="0" presId="urn:microsoft.com/office/officeart/2018/2/layout/IconVerticalSolidList"/>
    <dgm:cxn modelId="{6E3D057D-7048-4487-AE8A-7443D84BE6A8}" type="presParOf" srcId="{6B6A5B46-3D8E-4F14-B91C-AD952083D13F}" destId="{AE68999A-FEC8-4EDF-AF05-7D1D9975784E}" srcOrd="2" destOrd="0" presId="urn:microsoft.com/office/officeart/2018/2/layout/IconVerticalSolidList"/>
    <dgm:cxn modelId="{D5E8BFC4-CC22-43BB-B93D-650C38633DEA}" type="presParOf" srcId="{6B6A5B46-3D8E-4F14-B91C-AD952083D13F}" destId="{1896A216-DB55-48D7-8A0C-82135296AF4E}" srcOrd="3" destOrd="0" presId="urn:microsoft.com/office/officeart/2018/2/layout/IconVerticalSolidList"/>
    <dgm:cxn modelId="{1D7849B5-4573-4666-B510-0B96D03CF567}" type="presParOf" srcId="{8D2CB82F-67D0-4365-9288-02B3815A61B2}" destId="{3FFB437D-8A93-4150-B6D5-8D07CC24ADAF}" srcOrd="5" destOrd="0" presId="urn:microsoft.com/office/officeart/2018/2/layout/IconVerticalSolidList"/>
    <dgm:cxn modelId="{162E51AC-6ACD-47E4-BE95-3F9EB62A9F3C}" type="presParOf" srcId="{8D2CB82F-67D0-4365-9288-02B3815A61B2}" destId="{C063D64D-CFE0-4947-AC0E-8B0141319994}" srcOrd="6" destOrd="0" presId="urn:microsoft.com/office/officeart/2018/2/layout/IconVerticalSolidList"/>
    <dgm:cxn modelId="{12AADFCA-8CBE-48B9-9714-E12E3CD8464D}" type="presParOf" srcId="{C063D64D-CFE0-4947-AC0E-8B0141319994}" destId="{FEFE2E13-B09D-431F-908A-AE5BD340EDE6}" srcOrd="0" destOrd="0" presId="urn:microsoft.com/office/officeart/2018/2/layout/IconVerticalSolidList"/>
    <dgm:cxn modelId="{23788170-4011-4B17-A657-697227160C33}" type="presParOf" srcId="{C063D64D-CFE0-4947-AC0E-8B0141319994}" destId="{103C0435-015C-42A6-AB5E-A30FC71CA46B}" srcOrd="1" destOrd="0" presId="urn:microsoft.com/office/officeart/2018/2/layout/IconVerticalSolidList"/>
    <dgm:cxn modelId="{DE328788-F1ED-40E0-B196-C95554B02518}" type="presParOf" srcId="{C063D64D-CFE0-4947-AC0E-8B0141319994}" destId="{E3A057E2-2454-4E91-99FA-CFFCD37D2D8D}" srcOrd="2" destOrd="0" presId="urn:microsoft.com/office/officeart/2018/2/layout/IconVerticalSolidList"/>
    <dgm:cxn modelId="{44E3466F-32EB-44D7-93D4-058172ACC72A}" type="presParOf" srcId="{C063D64D-CFE0-4947-AC0E-8B0141319994}" destId="{43168CD2-74B1-49B2-829D-086B5BCD29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BFDB68-3F3E-4BCA-A012-F87D1F27274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DB9C4060-F955-429A-933C-DF07C3FE9286}">
      <dgm:prSet phldrT="[Text]" phldr="0"/>
      <dgm:spPr/>
      <dgm:t>
        <a:bodyPr/>
        <a:lstStyle/>
        <a:p>
          <a:r>
            <a:rPr lang="en-ZA" dirty="0"/>
            <a:t>HR</a:t>
          </a:r>
        </a:p>
      </dgm:t>
    </dgm:pt>
    <dgm:pt modelId="{1904C1A9-BE00-4404-A1C2-6C0B7D7E7F06}" type="parTrans" cxnId="{D14C8B95-F40F-478F-B109-9393CE8EADCB}">
      <dgm:prSet/>
      <dgm:spPr/>
      <dgm:t>
        <a:bodyPr/>
        <a:lstStyle/>
        <a:p>
          <a:endParaRPr lang="en-ZA"/>
        </a:p>
      </dgm:t>
    </dgm:pt>
    <dgm:pt modelId="{DE6995D6-3822-4786-877E-F6A639D22D28}" type="sibTrans" cxnId="{D14C8B95-F40F-478F-B109-9393CE8EADCB}">
      <dgm:prSet/>
      <dgm:spPr/>
      <dgm:t>
        <a:bodyPr/>
        <a:lstStyle/>
        <a:p>
          <a:endParaRPr lang="en-ZA"/>
        </a:p>
      </dgm:t>
    </dgm:pt>
    <dgm:pt modelId="{C1730A88-CB9C-4DD0-B470-426EEC96D2E7}">
      <dgm:prSet phldrT="[Text]" phldr="0"/>
      <dgm:spPr/>
      <dgm:t>
        <a:bodyPr/>
        <a:lstStyle/>
        <a:p>
          <a:r>
            <a:rPr lang="en-ZA" dirty="0"/>
            <a:t>Academic Manager</a:t>
          </a:r>
        </a:p>
      </dgm:t>
    </dgm:pt>
    <dgm:pt modelId="{EF3BABDD-DA1D-47B5-A3CF-513191972180}" type="parTrans" cxnId="{FCC25C5D-6D37-4767-B751-6E5751F37922}">
      <dgm:prSet/>
      <dgm:spPr/>
      <dgm:t>
        <a:bodyPr/>
        <a:lstStyle/>
        <a:p>
          <a:endParaRPr lang="en-ZA"/>
        </a:p>
      </dgm:t>
    </dgm:pt>
    <dgm:pt modelId="{1932C7E2-DD5B-4F89-BD03-F5C9E09A0211}" type="sibTrans" cxnId="{FCC25C5D-6D37-4767-B751-6E5751F37922}">
      <dgm:prSet/>
      <dgm:spPr/>
      <dgm:t>
        <a:bodyPr/>
        <a:lstStyle/>
        <a:p>
          <a:endParaRPr lang="en-ZA"/>
        </a:p>
      </dgm:t>
    </dgm:pt>
    <dgm:pt modelId="{8619E398-1347-4FA2-AF00-EF9E30001B74}">
      <dgm:prSet/>
      <dgm:spPr/>
      <dgm:t>
        <a:bodyPr/>
        <a:lstStyle/>
        <a:p>
          <a:r>
            <a:rPr lang="en-ZA" dirty="0"/>
            <a:t>Lecturer</a:t>
          </a:r>
        </a:p>
      </dgm:t>
    </dgm:pt>
    <dgm:pt modelId="{E0D1BF1E-A0A3-481D-8F36-69732229435E}" type="parTrans" cxnId="{865878C8-9439-4777-8A12-EDE5326D087A}">
      <dgm:prSet/>
      <dgm:spPr/>
      <dgm:t>
        <a:bodyPr/>
        <a:lstStyle/>
        <a:p>
          <a:endParaRPr lang="en-ZA"/>
        </a:p>
      </dgm:t>
    </dgm:pt>
    <dgm:pt modelId="{839EF6A6-F49A-4DCD-BAB3-EA62F54CE4C6}" type="sibTrans" cxnId="{865878C8-9439-4777-8A12-EDE5326D087A}">
      <dgm:prSet/>
      <dgm:spPr/>
      <dgm:t>
        <a:bodyPr/>
        <a:lstStyle/>
        <a:p>
          <a:endParaRPr lang="en-ZA"/>
        </a:p>
      </dgm:t>
    </dgm:pt>
    <dgm:pt modelId="{76F972A9-05E2-4FE1-B447-CC62C8C800EA}">
      <dgm:prSet/>
      <dgm:spPr/>
      <dgm:t>
        <a:bodyPr/>
        <a:lstStyle/>
        <a:p>
          <a:r>
            <a:rPr lang="en-ZA" dirty="0"/>
            <a:t>Process approved claims &amp; generate invoices</a:t>
          </a:r>
        </a:p>
      </dgm:t>
    </dgm:pt>
    <dgm:pt modelId="{F569142A-C651-4E00-8FD2-81D4469FB387}" type="parTrans" cxnId="{96A42547-F66C-4A6F-AB52-55AD5CEF10E4}">
      <dgm:prSet/>
      <dgm:spPr/>
      <dgm:t>
        <a:bodyPr/>
        <a:lstStyle/>
        <a:p>
          <a:endParaRPr lang="en-ZA"/>
        </a:p>
      </dgm:t>
    </dgm:pt>
    <dgm:pt modelId="{DC79ABF9-8E0E-499D-BFC7-A75F34CA2D17}" type="sibTrans" cxnId="{96A42547-F66C-4A6F-AB52-55AD5CEF10E4}">
      <dgm:prSet/>
      <dgm:spPr/>
      <dgm:t>
        <a:bodyPr/>
        <a:lstStyle/>
        <a:p>
          <a:endParaRPr lang="en-ZA"/>
        </a:p>
      </dgm:t>
    </dgm:pt>
    <dgm:pt modelId="{77FCCB40-5D98-4893-AB5B-E9613DA8A54D}">
      <dgm:prSet/>
      <dgm:spPr/>
      <dgm:t>
        <a:bodyPr/>
        <a:lstStyle/>
        <a:p>
          <a:r>
            <a:rPr lang="en-ZA" dirty="0"/>
            <a:t>Generate system usage reports</a:t>
          </a:r>
        </a:p>
      </dgm:t>
    </dgm:pt>
    <dgm:pt modelId="{067800D5-03E7-48A8-8FFE-7253484A15A8}" type="parTrans" cxnId="{382AF9C4-125B-4BB6-B427-309CD0FFC9F4}">
      <dgm:prSet/>
      <dgm:spPr/>
      <dgm:t>
        <a:bodyPr/>
        <a:lstStyle/>
        <a:p>
          <a:endParaRPr lang="en-ZA"/>
        </a:p>
      </dgm:t>
    </dgm:pt>
    <dgm:pt modelId="{7F56AC3A-2593-4B72-B8CC-B2F44B751D8C}" type="sibTrans" cxnId="{382AF9C4-125B-4BB6-B427-309CD0FFC9F4}">
      <dgm:prSet/>
      <dgm:spPr/>
      <dgm:t>
        <a:bodyPr/>
        <a:lstStyle/>
        <a:p>
          <a:endParaRPr lang="en-ZA"/>
        </a:p>
      </dgm:t>
    </dgm:pt>
    <dgm:pt modelId="{999EBC30-6EB2-4F92-ABAD-5D537C14DCF2}">
      <dgm:prSet/>
      <dgm:spPr/>
      <dgm:t>
        <a:bodyPr/>
        <a:lstStyle/>
        <a:p>
          <a:r>
            <a:rPr lang="en-ZA" dirty="0"/>
            <a:t>Onboard users and update existing user information</a:t>
          </a:r>
        </a:p>
      </dgm:t>
    </dgm:pt>
    <dgm:pt modelId="{EC3114CB-29A7-4288-A0FB-317BF8EA276A}" type="parTrans" cxnId="{9FBFA37D-7BB6-4CEC-9088-59700AE434D6}">
      <dgm:prSet/>
      <dgm:spPr/>
      <dgm:t>
        <a:bodyPr/>
        <a:lstStyle/>
        <a:p>
          <a:endParaRPr lang="en-ZA"/>
        </a:p>
      </dgm:t>
    </dgm:pt>
    <dgm:pt modelId="{B48A0224-1044-4E74-B490-A5C05D7F236C}" type="sibTrans" cxnId="{9FBFA37D-7BB6-4CEC-9088-59700AE434D6}">
      <dgm:prSet/>
      <dgm:spPr/>
      <dgm:t>
        <a:bodyPr/>
        <a:lstStyle/>
        <a:p>
          <a:endParaRPr lang="en-ZA"/>
        </a:p>
      </dgm:t>
    </dgm:pt>
    <dgm:pt modelId="{727B4E96-3FFF-4D36-AE16-4EA05A2A0087}">
      <dgm:prSet phldrT="[Text]" phldr="0"/>
      <dgm:spPr/>
      <dgm:t>
        <a:bodyPr/>
        <a:lstStyle/>
        <a:p>
          <a:r>
            <a:rPr lang="en-ZA"/>
            <a:t>Programme Coordinator</a:t>
          </a:r>
          <a:endParaRPr lang="en-ZA" dirty="0"/>
        </a:p>
      </dgm:t>
    </dgm:pt>
    <dgm:pt modelId="{518E3DFF-6E83-4045-8EBD-E6CE7C580E81}" type="parTrans" cxnId="{490396CE-634D-4CFF-A81A-5A61D1A96E82}">
      <dgm:prSet/>
      <dgm:spPr/>
      <dgm:t>
        <a:bodyPr/>
        <a:lstStyle/>
        <a:p>
          <a:endParaRPr lang="en-ZA"/>
        </a:p>
      </dgm:t>
    </dgm:pt>
    <dgm:pt modelId="{21A63EAB-1C82-415F-83E6-FA40B31F98E1}" type="sibTrans" cxnId="{490396CE-634D-4CFF-A81A-5A61D1A96E82}">
      <dgm:prSet/>
      <dgm:spPr/>
      <dgm:t>
        <a:bodyPr/>
        <a:lstStyle/>
        <a:p>
          <a:endParaRPr lang="en-ZA"/>
        </a:p>
      </dgm:t>
    </dgm:pt>
    <dgm:pt modelId="{A8849A62-74A3-4E68-B0A4-167439A4EEB7}">
      <dgm:prSet/>
      <dgm:spPr/>
      <dgm:t>
        <a:bodyPr/>
        <a:lstStyle/>
        <a:p>
          <a:r>
            <a:rPr lang="en-ZA"/>
            <a:t>Review and approve verified claims</a:t>
          </a:r>
        </a:p>
      </dgm:t>
    </dgm:pt>
    <dgm:pt modelId="{8230A895-4D4B-418B-843C-CFB526D10AF1}" type="parTrans" cxnId="{5BCE985F-A77F-482F-A1D8-0F476C4F0DD6}">
      <dgm:prSet/>
      <dgm:spPr/>
      <dgm:t>
        <a:bodyPr/>
        <a:lstStyle/>
        <a:p>
          <a:endParaRPr lang="en-ZA"/>
        </a:p>
      </dgm:t>
    </dgm:pt>
    <dgm:pt modelId="{6DCFDBBC-7483-4B31-AE9C-E365B973D1DF}" type="sibTrans" cxnId="{5BCE985F-A77F-482F-A1D8-0F476C4F0DD6}">
      <dgm:prSet/>
      <dgm:spPr/>
      <dgm:t>
        <a:bodyPr/>
        <a:lstStyle/>
        <a:p>
          <a:endParaRPr lang="en-ZA"/>
        </a:p>
      </dgm:t>
    </dgm:pt>
    <dgm:pt modelId="{F3CBAF71-915A-49CC-8995-5F0B0B110C2A}">
      <dgm:prSet/>
      <dgm:spPr/>
      <dgm:t>
        <a:bodyPr/>
        <a:lstStyle/>
        <a:p>
          <a:r>
            <a:rPr lang="en-ZA" dirty="0"/>
            <a:t>Review and verify lodged claims</a:t>
          </a:r>
        </a:p>
      </dgm:t>
    </dgm:pt>
    <dgm:pt modelId="{95DF9CEC-700A-4429-953D-B46A75BEA48A}" type="parTrans" cxnId="{2425C61D-E0A4-4D8C-8216-4E214CF62F99}">
      <dgm:prSet/>
      <dgm:spPr/>
      <dgm:t>
        <a:bodyPr/>
        <a:lstStyle/>
        <a:p>
          <a:endParaRPr lang="en-ZA"/>
        </a:p>
      </dgm:t>
    </dgm:pt>
    <dgm:pt modelId="{29DCA8A2-E2DA-438A-9E30-BDA5B224C302}" type="sibTrans" cxnId="{2425C61D-E0A4-4D8C-8216-4E214CF62F99}">
      <dgm:prSet/>
      <dgm:spPr/>
      <dgm:t>
        <a:bodyPr/>
        <a:lstStyle/>
        <a:p>
          <a:endParaRPr lang="en-ZA"/>
        </a:p>
      </dgm:t>
    </dgm:pt>
    <dgm:pt modelId="{324B7732-145E-463F-A8E0-93846692CE5D}">
      <dgm:prSet/>
      <dgm:spPr/>
      <dgm:t>
        <a:bodyPr/>
        <a:lstStyle/>
        <a:p>
          <a:r>
            <a:rPr lang="en-ZA" dirty="0"/>
            <a:t>Submit claims</a:t>
          </a:r>
        </a:p>
      </dgm:t>
    </dgm:pt>
    <dgm:pt modelId="{164B0F08-E4D7-4576-8E00-24E29D65E815}" type="parTrans" cxnId="{3CE9323C-49D5-492A-84AE-0D78D40C03F3}">
      <dgm:prSet/>
      <dgm:spPr/>
      <dgm:t>
        <a:bodyPr/>
        <a:lstStyle/>
        <a:p>
          <a:endParaRPr lang="en-ZA"/>
        </a:p>
      </dgm:t>
    </dgm:pt>
    <dgm:pt modelId="{23FB2EEF-17F0-4419-8E99-38F7046B3CF8}" type="sibTrans" cxnId="{3CE9323C-49D5-492A-84AE-0D78D40C03F3}">
      <dgm:prSet/>
      <dgm:spPr/>
      <dgm:t>
        <a:bodyPr/>
        <a:lstStyle/>
        <a:p>
          <a:endParaRPr lang="en-ZA"/>
        </a:p>
      </dgm:t>
    </dgm:pt>
    <dgm:pt modelId="{F7C4EBF2-051C-4343-816D-BA1DCE10156E}" type="pres">
      <dgm:prSet presAssocID="{61BFDB68-3F3E-4BCA-A012-F87D1F27274E}" presName="linear" presStyleCnt="0">
        <dgm:presLayoutVars>
          <dgm:dir/>
          <dgm:animLvl val="lvl"/>
          <dgm:resizeHandles val="exact"/>
        </dgm:presLayoutVars>
      </dgm:prSet>
      <dgm:spPr/>
    </dgm:pt>
    <dgm:pt modelId="{3F46C666-D2B2-493F-9F8C-85C74EC5EC69}" type="pres">
      <dgm:prSet presAssocID="{DB9C4060-F955-429A-933C-DF07C3FE9286}" presName="parentLin" presStyleCnt="0"/>
      <dgm:spPr/>
    </dgm:pt>
    <dgm:pt modelId="{4E4F8B28-7D24-4B10-8F5F-51ABE0E46E26}" type="pres">
      <dgm:prSet presAssocID="{DB9C4060-F955-429A-933C-DF07C3FE9286}" presName="parentLeftMargin" presStyleLbl="node1" presStyleIdx="0" presStyleCnt="4"/>
      <dgm:spPr/>
    </dgm:pt>
    <dgm:pt modelId="{3F455E21-0C6A-41FD-BE38-94E6A137F11D}" type="pres">
      <dgm:prSet presAssocID="{DB9C4060-F955-429A-933C-DF07C3FE92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E79F6E-5572-4C39-9CC5-1BBE6ED07A04}" type="pres">
      <dgm:prSet presAssocID="{DB9C4060-F955-429A-933C-DF07C3FE9286}" presName="negativeSpace" presStyleCnt="0"/>
      <dgm:spPr/>
    </dgm:pt>
    <dgm:pt modelId="{535A9FAF-270A-408C-9527-C314AA2089ED}" type="pres">
      <dgm:prSet presAssocID="{DB9C4060-F955-429A-933C-DF07C3FE9286}" presName="childText" presStyleLbl="conFgAcc1" presStyleIdx="0" presStyleCnt="4">
        <dgm:presLayoutVars>
          <dgm:bulletEnabled val="1"/>
        </dgm:presLayoutVars>
      </dgm:prSet>
      <dgm:spPr/>
    </dgm:pt>
    <dgm:pt modelId="{1FB0F2FB-7133-4221-B7C8-C7A8FA58CA8B}" type="pres">
      <dgm:prSet presAssocID="{DE6995D6-3822-4786-877E-F6A639D22D28}" presName="spaceBetweenRectangles" presStyleCnt="0"/>
      <dgm:spPr/>
    </dgm:pt>
    <dgm:pt modelId="{65419A4F-381F-4555-B7FD-0D7439A4D1E6}" type="pres">
      <dgm:prSet presAssocID="{C1730A88-CB9C-4DD0-B470-426EEC96D2E7}" presName="parentLin" presStyleCnt="0"/>
      <dgm:spPr/>
    </dgm:pt>
    <dgm:pt modelId="{617DDBB3-FD08-481D-990C-181262DAEE85}" type="pres">
      <dgm:prSet presAssocID="{C1730A88-CB9C-4DD0-B470-426EEC96D2E7}" presName="parentLeftMargin" presStyleLbl="node1" presStyleIdx="0" presStyleCnt="4"/>
      <dgm:spPr/>
    </dgm:pt>
    <dgm:pt modelId="{0A8BB17A-009A-44DD-869E-EB2C2D60FC55}" type="pres">
      <dgm:prSet presAssocID="{C1730A88-CB9C-4DD0-B470-426EEC96D2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8E7CCE-4CAE-4BFB-A79E-D2B92EDDA2E1}" type="pres">
      <dgm:prSet presAssocID="{C1730A88-CB9C-4DD0-B470-426EEC96D2E7}" presName="negativeSpace" presStyleCnt="0"/>
      <dgm:spPr/>
    </dgm:pt>
    <dgm:pt modelId="{5F0879DC-51FC-4210-BD63-C9D4BC9E82F8}" type="pres">
      <dgm:prSet presAssocID="{C1730A88-CB9C-4DD0-B470-426EEC96D2E7}" presName="childText" presStyleLbl="conFgAcc1" presStyleIdx="1" presStyleCnt="4">
        <dgm:presLayoutVars>
          <dgm:bulletEnabled val="1"/>
        </dgm:presLayoutVars>
      </dgm:prSet>
      <dgm:spPr/>
    </dgm:pt>
    <dgm:pt modelId="{1B5FE78D-6885-4188-92C4-E0EF5FC01C50}" type="pres">
      <dgm:prSet presAssocID="{1932C7E2-DD5B-4F89-BD03-F5C9E09A0211}" presName="spaceBetweenRectangles" presStyleCnt="0"/>
      <dgm:spPr/>
    </dgm:pt>
    <dgm:pt modelId="{0BE5BC56-3A6E-485F-AB98-8A6779F7C461}" type="pres">
      <dgm:prSet presAssocID="{727B4E96-3FFF-4D36-AE16-4EA05A2A0087}" presName="parentLin" presStyleCnt="0"/>
      <dgm:spPr/>
    </dgm:pt>
    <dgm:pt modelId="{E5C564D7-E7E5-4EFD-BE21-BC211FEAA159}" type="pres">
      <dgm:prSet presAssocID="{727B4E96-3FFF-4D36-AE16-4EA05A2A0087}" presName="parentLeftMargin" presStyleLbl="node1" presStyleIdx="1" presStyleCnt="4"/>
      <dgm:spPr/>
    </dgm:pt>
    <dgm:pt modelId="{1C7809A3-F0AE-453B-83E8-A48DFD081E2F}" type="pres">
      <dgm:prSet presAssocID="{727B4E96-3FFF-4D36-AE16-4EA05A2A00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7DF935-FE00-4E3E-8BF2-2F077478FC89}" type="pres">
      <dgm:prSet presAssocID="{727B4E96-3FFF-4D36-AE16-4EA05A2A0087}" presName="negativeSpace" presStyleCnt="0"/>
      <dgm:spPr/>
    </dgm:pt>
    <dgm:pt modelId="{C6C2C750-2CA7-4DFA-908F-3672DBDAF8FC}" type="pres">
      <dgm:prSet presAssocID="{727B4E96-3FFF-4D36-AE16-4EA05A2A0087}" presName="childText" presStyleLbl="conFgAcc1" presStyleIdx="2" presStyleCnt="4">
        <dgm:presLayoutVars>
          <dgm:bulletEnabled val="1"/>
        </dgm:presLayoutVars>
      </dgm:prSet>
      <dgm:spPr/>
    </dgm:pt>
    <dgm:pt modelId="{D44E2722-1398-4DC1-8D36-594BB83B431C}" type="pres">
      <dgm:prSet presAssocID="{21A63EAB-1C82-415F-83E6-FA40B31F98E1}" presName="spaceBetweenRectangles" presStyleCnt="0"/>
      <dgm:spPr/>
    </dgm:pt>
    <dgm:pt modelId="{2B9FC57C-E3D0-4DC7-B495-F500F1F5035A}" type="pres">
      <dgm:prSet presAssocID="{8619E398-1347-4FA2-AF00-EF9E30001B74}" presName="parentLin" presStyleCnt="0"/>
      <dgm:spPr/>
    </dgm:pt>
    <dgm:pt modelId="{BD97CB43-FD1B-48C9-AA69-E5980AED9E0D}" type="pres">
      <dgm:prSet presAssocID="{8619E398-1347-4FA2-AF00-EF9E30001B74}" presName="parentLeftMargin" presStyleLbl="node1" presStyleIdx="2" presStyleCnt="4"/>
      <dgm:spPr/>
    </dgm:pt>
    <dgm:pt modelId="{804620C5-60E3-41B1-812A-2EAA64D0B804}" type="pres">
      <dgm:prSet presAssocID="{8619E398-1347-4FA2-AF00-EF9E30001B7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F0D67DA-4D94-40A0-99E6-35342230FD2D}" type="pres">
      <dgm:prSet presAssocID="{8619E398-1347-4FA2-AF00-EF9E30001B74}" presName="negativeSpace" presStyleCnt="0"/>
      <dgm:spPr/>
    </dgm:pt>
    <dgm:pt modelId="{C7CFA4F8-D539-42CD-8296-EF1DF744FD42}" type="pres">
      <dgm:prSet presAssocID="{8619E398-1347-4FA2-AF00-EF9E30001B7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425C61D-E0A4-4D8C-8216-4E214CF62F99}" srcId="{727B4E96-3FFF-4D36-AE16-4EA05A2A0087}" destId="{F3CBAF71-915A-49CC-8995-5F0B0B110C2A}" srcOrd="0" destOrd="0" parTransId="{95DF9CEC-700A-4429-953D-B46A75BEA48A}" sibTransId="{29DCA8A2-E2DA-438A-9E30-BDA5B224C302}"/>
    <dgm:cxn modelId="{B1DE081F-469A-4BE5-A7FC-1B180D8F1B10}" type="presOf" srcId="{F3CBAF71-915A-49CC-8995-5F0B0B110C2A}" destId="{C6C2C750-2CA7-4DFA-908F-3672DBDAF8FC}" srcOrd="0" destOrd="0" presId="urn:microsoft.com/office/officeart/2005/8/layout/list1"/>
    <dgm:cxn modelId="{FE75BC22-F884-4A1A-B112-AD2BFF9475F3}" type="presOf" srcId="{999EBC30-6EB2-4F92-ABAD-5D537C14DCF2}" destId="{535A9FAF-270A-408C-9527-C314AA2089ED}" srcOrd="0" destOrd="2" presId="urn:microsoft.com/office/officeart/2005/8/layout/list1"/>
    <dgm:cxn modelId="{3CE9323C-49D5-492A-84AE-0D78D40C03F3}" srcId="{8619E398-1347-4FA2-AF00-EF9E30001B74}" destId="{324B7732-145E-463F-A8E0-93846692CE5D}" srcOrd="0" destOrd="0" parTransId="{164B0F08-E4D7-4576-8E00-24E29D65E815}" sibTransId="{23FB2EEF-17F0-4419-8E99-38F7046B3CF8}"/>
    <dgm:cxn modelId="{A4DB0B3E-908D-4335-8A77-7622005953C4}" type="presOf" srcId="{61BFDB68-3F3E-4BCA-A012-F87D1F27274E}" destId="{F7C4EBF2-051C-4343-816D-BA1DCE10156E}" srcOrd="0" destOrd="0" presId="urn:microsoft.com/office/officeart/2005/8/layout/list1"/>
    <dgm:cxn modelId="{FCC25C5D-6D37-4767-B751-6E5751F37922}" srcId="{61BFDB68-3F3E-4BCA-A012-F87D1F27274E}" destId="{C1730A88-CB9C-4DD0-B470-426EEC96D2E7}" srcOrd="1" destOrd="0" parTransId="{EF3BABDD-DA1D-47B5-A3CF-513191972180}" sibTransId="{1932C7E2-DD5B-4F89-BD03-F5C9E09A0211}"/>
    <dgm:cxn modelId="{5BCE985F-A77F-482F-A1D8-0F476C4F0DD6}" srcId="{C1730A88-CB9C-4DD0-B470-426EEC96D2E7}" destId="{A8849A62-74A3-4E68-B0A4-167439A4EEB7}" srcOrd="0" destOrd="0" parTransId="{8230A895-4D4B-418B-843C-CFB526D10AF1}" sibTransId="{6DCFDBBC-7483-4B31-AE9C-E365B973D1DF}"/>
    <dgm:cxn modelId="{96A42547-F66C-4A6F-AB52-55AD5CEF10E4}" srcId="{DB9C4060-F955-429A-933C-DF07C3FE9286}" destId="{76F972A9-05E2-4FE1-B447-CC62C8C800EA}" srcOrd="0" destOrd="0" parTransId="{F569142A-C651-4E00-8FD2-81D4469FB387}" sibTransId="{DC79ABF9-8E0E-499D-BFC7-A75F34CA2D17}"/>
    <dgm:cxn modelId="{A406306A-4A71-40DC-9140-67E7973627EC}" type="presOf" srcId="{DB9C4060-F955-429A-933C-DF07C3FE9286}" destId="{4E4F8B28-7D24-4B10-8F5F-51ABE0E46E26}" srcOrd="0" destOrd="0" presId="urn:microsoft.com/office/officeart/2005/8/layout/list1"/>
    <dgm:cxn modelId="{511FB770-9B97-4B15-827E-8A7022D4B820}" type="presOf" srcId="{DB9C4060-F955-429A-933C-DF07C3FE9286}" destId="{3F455E21-0C6A-41FD-BE38-94E6A137F11D}" srcOrd="1" destOrd="0" presId="urn:microsoft.com/office/officeart/2005/8/layout/list1"/>
    <dgm:cxn modelId="{9FBFA37D-7BB6-4CEC-9088-59700AE434D6}" srcId="{DB9C4060-F955-429A-933C-DF07C3FE9286}" destId="{999EBC30-6EB2-4F92-ABAD-5D537C14DCF2}" srcOrd="2" destOrd="0" parTransId="{EC3114CB-29A7-4288-A0FB-317BF8EA276A}" sibTransId="{B48A0224-1044-4E74-B490-A5C05D7F236C}"/>
    <dgm:cxn modelId="{CCFAA980-ACA0-47D0-82ED-BBE40A5E0C3D}" type="presOf" srcId="{8619E398-1347-4FA2-AF00-EF9E30001B74}" destId="{BD97CB43-FD1B-48C9-AA69-E5980AED9E0D}" srcOrd="0" destOrd="0" presId="urn:microsoft.com/office/officeart/2005/8/layout/list1"/>
    <dgm:cxn modelId="{7B8D6284-E782-4CB9-8D19-E632F1D42E38}" type="presOf" srcId="{727B4E96-3FFF-4D36-AE16-4EA05A2A0087}" destId="{1C7809A3-F0AE-453B-83E8-A48DFD081E2F}" srcOrd="1" destOrd="0" presId="urn:microsoft.com/office/officeart/2005/8/layout/list1"/>
    <dgm:cxn modelId="{A43B0D8E-2A8D-4B4C-A999-F52ED2B39F59}" type="presOf" srcId="{77FCCB40-5D98-4893-AB5B-E9613DA8A54D}" destId="{535A9FAF-270A-408C-9527-C314AA2089ED}" srcOrd="0" destOrd="1" presId="urn:microsoft.com/office/officeart/2005/8/layout/list1"/>
    <dgm:cxn modelId="{D14C8B95-F40F-478F-B109-9393CE8EADCB}" srcId="{61BFDB68-3F3E-4BCA-A012-F87D1F27274E}" destId="{DB9C4060-F955-429A-933C-DF07C3FE9286}" srcOrd="0" destOrd="0" parTransId="{1904C1A9-BE00-4404-A1C2-6C0B7D7E7F06}" sibTransId="{DE6995D6-3822-4786-877E-F6A639D22D28}"/>
    <dgm:cxn modelId="{261EB6A5-A21C-457D-AD68-63363496B166}" type="presOf" srcId="{C1730A88-CB9C-4DD0-B470-426EEC96D2E7}" destId="{617DDBB3-FD08-481D-990C-181262DAEE85}" srcOrd="0" destOrd="0" presId="urn:microsoft.com/office/officeart/2005/8/layout/list1"/>
    <dgm:cxn modelId="{13FABCAB-3314-4168-8CBE-2A644CC3B691}" type="presOf" srcId="{727B4E96-3FFF-4D36-AE16-4EA05A2A0087}" destId="{E5C564D7-E7E5-4EFD-BE21-BC211FEAA159}" srcOrd="0" destOrd="0" presId="urn:microsoft.com/office/officeart/2005/8/layout/list1"/>
    <dgm:cxn modelId="{6F4F62B0-B43F-4795-BA4E-7EB2466B85C5}" type="presOf" srcId="{76F972A9-05E2-4FE1-B447-CC62C8C800EA}" destId="{535A9FAF-270A-408C-9527-C314AA2089ED}" srcOrd="0" destOrd="0" presId="urn:microsoft.com/office/officeart/2005/8/layout/list1"/>
    <dgm:cxn modelId="{22A353BD-FA1C-4E5B-8433-53CB90D24FF8}" type="presOf" srcId="{C1730A88-CB9C-4DD0-B470-426EEC96D2E7}" destId="{0A8BB17A-009A-44DD-869E-EB2C2D60FC55}" srcOrd="1" destOrd="0" presId="urn:microsoft.com/office/officeart/2005/8/layout/list1"/>
    <dgm:cxn modelId="{382AF9C4-125B-4BB6-B427-309CD0FFC9F4}" srcId="{DB9C4060-F955-429A-933C-DF07C3FE9286}" destId="{77FCCB40-5D98-4893-AB5B-E9613DA8A54D}" srcOrd="1" destOrd="0" parTransId="{067800D5-03E7-48A8-8FFE-7253484A15A8}" sibTransId="{7F56AC3A-2593-4B72-B8CC-B2F44B751D8C}"/>
    <dgm:cxn modelId="{865878C8-9439-4777-8A12-EDE5326D087A}" srcId="{61BFDB68-3F3E-4BCA-A012-F87D1F27274E}" destId="{8619E398-1347-4FA2-AF00-EF9E30001B74}" srcOrd="3" destOrd="0" parTransId="{E0D1BF1E-A0A3-481D-8F36-69732229435E}" sibTransId="{839EF6A6-F49A-4DCD-BAB3-EA62F54CE4C6}"/>
    <dgm:cxn modelId="{432928CC-FA5A-4348-835A-F709A134B725}" type="presOf" srcId="{8619E398-1347-4FA2-AF00-EF9E30001B74}" destId="{804620C5-60E3-41B1-812A-2EAA64D0B804}" srcOrd="1" destOrd="0" presId="urn:microsoft.com/office/officeart/2005/8/layout/list1"/>
    <dgm:cxn modelId="{490396CE-634D-4CFF-A81A-5A61D1A96E82}" srcId="{61BFDB68-3F3E-4BCA-A012-F87D1F27274E}" destId="{727B4E96-3FFF-4D36-AE16-4EA05A2A0087}" srcOrd="2" destOrd="0" parTransId="{518E3DFF-6E83-4045-8EBD-E6CE7C580E81}" sibTransId="{21A63EAB-1C82-415F-83E6-FA40B31F98E1}"/>
    <dgm:cxn modelId="{CC7E94EC-F666-42CE-94A2-3DCE9CB80515}" type="presOf" srcId="{324B7732-145E-463F-A8E0-93846692CE5D}" destId="{C7CFA4F8-D539-42CD-8296-EF1DF744FD42}" srcOrd="0" destOrd="0" presId="urn:microsoft.com/office/officeart/2005/8/layout/list1"/>
    <dgm:cxn modelId="{929FA3F5-CF0E-473E-A044-482103E30377}" type="presOf" srcId="{A8849A62-74A3-4E68-B0A4-167439A4EEB7}" destId="{5F0879DC-51FC-4210-BD63-C9D4BC9E82F8}" srcOrd="0" destOrd="0" presId="urn:microsoft.com/office/officeart/2005/8/layout/list1"/>
    <dgm:cxn modelId="{46294308-1127-4C88-9B74-49C67EA1CD76}" type="presParOf" srcId="{F7C4EBF2-051C-4343-816D-BA1DCE10156E}" destId="{3F46C666-D2B2-493F-9F8C-85C74EC5EC69}" srcOrd="0" destOrd="0" presId="urn:microsoft.com/office/officeart/2005/8/layout/list1"/>
    <dgm:cxn modelId="{5707A28C-2BC0-49E4-B82B-83D97559D07F}" type="presParOf" srcId="{3F46C666-D2B2-493F-9F8C-85C74EC5EC69}" destId="{4E4F8B28-7D24-4B10-8F5F-51ABE0E46E26}" srcOrd="0" destOrd="0" presId="urn:microsoft.com/office/officeart/2005/8/layout/list1"/>
    <dgm:cxn modelId="{66643788-F9A2-4005-B6E7-5FA226CDAD20}" type="presParOf" srcId="{3F46C666-D2B2-493F-9F8C-85C74EC5EC69}" destId="{3F455E21-0C6A-41FD-BE38-94E6A137F11D}" srcOrd="1" destOrd="0" presId="urn:microsoft.com/office/officeart/2005/8/layout/list1"/>
    <dgm:cxn modelId="{60A69DC1-5398-4AEA-9A1F-B24D210C9BD0}" type="presParOf" srcId="{F7C4EBF2-051C-4343-816D-BA1DCE10156E}" destId="{52E79F6E-5572-4C39-9CC5-1BBE6ED07A04}" srcOrd="1" destOrd="0" presId="urn:microsoft.com/office/officeart/2005/8/layout/list1"/>
    <dgm:cxn modelId="{E537F897-F77F-4284-B608-35D199C82657}" type="presParOf" srcId="{F7C4EBF2-051C-4343-816D-BA1DCE10156E}" destId="{535A9FAF-270A-408C-9527-C314AA2089ED}" srcOrd="2" destOrd="0" presId="urn:microsoft.com/office/officeart/2005/8/layout/list1"/>
    <dgm:cxn modelId="{47DB65CF-3BB6-43FE-A4DC-DC84520A5486}" type="presParOf" srcId="{F7C4EBF2-051C-4343-816D-BA1DCE10156E}" destId="{1FB0F2FB-7133-4221-B7C8-C7A8FA58CA8B}" srcOrd="3" destOrd="0" presId="urn:microsoft.com/office/officeart/2005/8/layout/list1"/>
    <dgm:cxn modelId="{700C4C1F-B431-4FD5-A1E2-EC8A70C9B501}" type="presParOf" srcId="{F7C4EBF2-051C-4343-816D-BA1DCE10156E}" destId="{65419A4F-381F-4555-B7FD-0D7439A4D1E6}" srcOrd="4" destOrd="0" presId="urn:microsoft.com/office/officeart/2005/8/layout/list1"/>
    <dgm:cxn modelId="{FD303686-0C3D-4117-835F-E25FCFD33D16}" type="presParOf" srcId="{65419A4F-381F-4555-B7FD-0D7439A4D1E6}" destId="{617DDBB3-FD08-481D-990C-181262DAEE85}" srcOrd="0" destOrd="0" presId="urn:microsoft.com/office/officeart/2005/8/layout/list1"/>
    <dgm:cxn modelId="{34BB30C3-FCB1-4B09-BC83-C9185E29EE8A}" type="presParOf" srcId="{65419A4F-381F-4555-B7FD-0D7439A4D1E6}" destId="{0A8BB17A-009A-44DD-869E-EB2C2D60FC55}" srcOrd="1" destOrd="0" presId="urn:microsoft.com/office/officeart/2005/8/layout/list1"/>
    <dgm:cxn modelId="{C2928A01-03F0-46F7-804F-CA635E66007F}" type="presParOf" srcId="{F7C4EBF2-051C-4343-816D-BA1DCE10156E}" destId="{1B8E7CCE-4CAE-4BFB-A79E-D2B92EDDA2E1}" srcOrd="5" destOrd="0" presId="urn:microsoft.com/office/officeart/2005/8/layout/list1"/>
    <dgm:cxn modelId="{A003C9C8-A1B3-423E-80AA-17074A1FA7CB}" type="presParOf" srcId="{F7C4EBF2-051C-4343-816D-BA1DCE10156E}" destId="{5F0879DC-51FC-4210-BD63-C9D4BC9E82F8}" srcOrd="6" destOrd="0" presId="urn:microsoft.com/office/officeart/2005/8/layout/list1"/>
    <dgm:cxn modelId="{A92BB527-5702-45B9-9588-B7BD2A1A7E9E}" type="presParOf" srcId="{F7C4EBF2-051C-4343-816D-BA1DCE10156E}" destId="{1B5FE78D-6885-4188-92C4-E0EF5FC01C50}" srcOrd="7" destOrd="0" presId="urn:microsoft.com/office/officeart/2005/8/layout/list1"/>
    <dgm:cxn modelId="{7FB7ED53-128C-468C-B8FB-C353ACC2E040}" type="presParOf" srcId="{F7C4EBF2-051C-4343-816D-BA1DCE10156E}" destId="{0BE5BC56-3A6E-485F-AB98-8A6779F7C461}" srcOrd="8" destOrd="0" presId="urn:microsoft.com/office/officeart/2005/8/layout/list1"/>
    <dgm:cxn modelId="{53F541F4-9CA5-4F53-A048-0E9336521444}" type="presParOf" srcId="{0BE5BC56-3A6E-485F-AB98-8A6779F7C461}" destId="{E5C564D7-E7E5-4EFD-BE21-BC211FEAA159}" srcOrd="0" destOrd="0" presId="urn:microsoft.com/office/officeart/2005/8/layout/list1"/>
    <dgm:cxn modelId="{EBE31B0C-E62A-4DAE-B999-C53D5002C0A9}" type="presParOf" srcId="{0BE5BC56-3A6E-485F-AB98-8A6779F7C461}" destId="{1C7809A3-F0AE-453B-83E8-A48DFD081E2F}" srcOrd="1" destOrd="0" presId="urn:microsoft.com/office/officeart/2005/8/layout/list1"/>
    <dgm:cxn modelId="{51B93239-EF52-4653-9C94-2388E609A58F}" type="presParOf" srcId="{F7C4EBF2-051C-4343-816D-BA1DCE10156E}" destId="{817DF935-FE00-4E3E-8BF2-2F077478FC89}" srcOrd="9" destOrd="0" presId="urn:microsoft.com/office/officeart/2005/8/layout/list1"/>
    <dgm:cxn modelId="{5A7DD53B-C10E-462A-A8BD-3333D6AD10BD}" type="presParOf" srcId="{F7C4EBF2-051C-4343-816D-BA1DCE10156E}" destId="{C6C2C750-2CA7-4DFA-908F-3672DBDAF8FC}" srcOrd="10" destOrd="0" presId="urn:microsoft.com/office/officeart/2005/8/layout/list1"/>
    <dgm:cxn modelId="{90A82F8B-014F-4257-9F3A-F5C400E0772A}" type="presParOf" srcId="{F7C4EBF2-051C-4343-816D-BA1DCE10156E}" destId="{D44E2722-1398-4DC1-8D36-594BB83B431C}" srcOrd="11" destOrd="0" presId="urn:microsoft.com/office/officeart/2005/8/layout/list1"/>
    <dgm:cxn modelId="{D24AFB3F-DAF4-4B2D-8A03-9D98E768782D}" type="presParOf" srcId="{F7C4EBF2-051C-4343-816D-BA1DCE10156E}" destId="{2B9FC57C-E3D0-4DC7-B495-F500F1F5035A}" srcOrd="12" destOrd="0" presId="urn:microsoft.com/office/officeart/2005/8/layout/list1"/>
    <dgm:cxn modelId="{9391D0A6-8554-4335-A999-3D7BC42122AD}" type="presParOf" srcId="{2B9FC57C-E3D0-4DC7-B495-F500F1F5035A}" destId="{BD97CB43-FD1B-48C9-AA69-E5980AED9E0D}" srcOrd="0" destOrd="0" presId="urn:microsoft.com/office/officeart/2005/8/layout/list1"/>
    <dgm:cxn modelId="{0FC572B4-C4FE-4766-A6C0-66B6BC1F18AF}" type="presParOf" srcId="{2B9FC57C-E3D0-4DC7-B495-F500F1F5035A}" destId="{804620C5-60E3-41B1-812A-2EAA64D0B804}" srcOrd="1" destOrd="0" presId="urn:microsoft.com/office/officeart/2005/8/layout/list1"/>
    <dgm:cxn modelId="{64E364ED-E8D6-45B5-99EF-C7C9C885A30C}" type="presParOf" srcId="{F7C4EBF2-051C-4343-816D-BA1DCE10156E}" destId="{1F0D67DA-4D94-40A0-99E6-35342230FD2D}" srcOrd="13" destOrd="0" presId="urn:microsoft.com/office/officeart/2005/8/layout/list1"/>
    <dgm:cxn modelId="{D3EC4CB6-4033-4F12-931F-0CE1924F2876}" type="presParOf" srcId="{F7C4EBF2-051C-4343-816D-BA1DCE10156E}" destId="{C7CFA4F8-D539-42CD-8296-EF1DF744FD4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378E94-55A9-4D63-BDFE-25A8739C34D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1E38B6-77C3-4DDF-A2A5-21B1A76D29A2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Complex claims process.</a:t>
          </a:r>
          <a:endParaRPr lang="en-US"/>
        </a:p>
      </dgm:t>
    </dgm:pt>
    <dgm:pt modelId="{D385E1C3-2907-4C40-A409-DF15A7F9312E}" type="parTrans" cxnId="{E08FBD1D-849D-4963-B899-147742E0F251}">
      <dgm:prSet/>
      <dgm:spPr/>
      <dgm:t>
        <a:bodyPr/>
        <a:lstStyle/>
        <a:p>
          <a:endParaRPr lang="en-US"/>
        </a:p>
      </dgm:t>
    </dgm:pt>
    <dgm:pt modelId="{8199C499-E90D-4107-B5A8-36F89C24812A}" type="sibTrans" cxnId="{E08FBD1D-849D-4963-B899-147742E0F251}">
      <dgm:prSet/>
      <dgm:spPr/>
      <dgm:t>
        <a:bodyPr/>
        <a:lstStyle/>
        <a:p>
          <a:endParaRPr lang="en-US"/>
        </a:p>
      </dgm:t>
    </dgm:pt>
    <dgm:pt modelId="{CE761517-5F11-404E-B662-EA4B4B23C6FE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Inefficient approval process.</a:t>
          </a:r>
          <a:endParaRPr lang="en-US"/>
        </a:p>
      </dgm:t>
    </dgm:pt>
    <dgm:pt modelId="{0ECF4F78-A40C-48BB-804F-5C7BF0ECE7E7}" type="parTrans" cxnId="{3CA9B178-B0E7-49FA-9342-8462BD6DF4D0}">
      <dgm:prSet/>
      <dgm:spPr/>
      <dgm:t>
        <a:bodyPr/>
        <a:lstStyle/>
        <a:p>
          <a:endParaRPr lang="en-US"/>
        </a:p>
      </dgm:t>
    </dgm:pt>
    <dgm:pt modelId="{B66692DC-6B4C-450F-8AD2-605753F3E430}" type="sibTrans" cxnId="{3CA9B178-B0E7-49FA-9342-8462BD6DF4D0}">
      <dgm:prSet/>
      <dgm:spPr/>
      <dgm:t>
        <a:bodyPr/>
        <a:lstStyle/>
        <a:p>
          <a:endParaRPr lang="en-US"/>
        </a:p>
      </dgm:t>
    </dgm:pt>
    <dgm:pt modelId="{FDC7166F-57C0-42A2-90C7-12C976CD9561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Repetitive  data entry.</a:t>
          </a:r>
          <a:endParaRPr lang="en-US"/>
        </a:p>
      </dgm:t>
    </dgm:pt>
    <dgm:pt modelId="{BD497DE9-EE28-474C-A569-2945CB60B84F}" type="parTrans" cxnId="{8570E491-DF96-475A-8EF5-028AB7A032AF}">
      <dgm:prSet/>
      <dgm:spPr/>
      <dgm:t>
        <a:bodyPr/>
        <a:lstStyle/>
        <a:p>
          <a:endParaRPr lang="en-US"/>
        </a:p>
      </dgm:t>
    </dgm:pt>
    <dgm:pt modelId="{815D4272-B7CD-48F9-90E0-8576A418BDDF}" type="sibTrans" cxnId="{8570E491-DF96-475A-8EF5-028AB7A032AF}">
      <dgm:prSet/>
      <dgm:spPr/>
      <dgm:t>
        <a:bodyPr/>
        <a:lstStyle/>
        <a:p>
          <a:endParaRPr lang="en-US"/>
        </a:p>
      </dgm:t>
    </dgm:pt>
    <dgm:pt modelId="{41C79314-7798-4836-BB6C-27D8859BFB20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Manual invoice creation.</a:t>
          </a:r>
          <a:endParaRPr lang="en-US"/>
        </a:p>
      </dgm:t>
    </dgm:pt>
    <dgm:pt modelId="{2396D101-58A2-40F8-A7A0-BBABF726A38D}" type="parTrans" cxnId="{E0A3FAB5-3C02-4ACB-91FD-B5D9693663C5}">
      <dgm:prSet/>
      <dgm:spPr/>
      <dgm:t>
        <a:bodyPr/>
        <a:lstStyle/>
        <a:p>
          <a:endParaRPr lang="en-US"/>
        </a:p>
      </dgm:t>
    </dgm:pt>
    <dgm:pt modelId="{B90A67A6-6FDF-4026-BE29-88037CD0A2F0}" type="sibTrans" cxnId="{E0A3FAB5-3C02-4ACB-91FD-B5D9693663C5}">
      <dgm:prSet/>
      <dgm:spPr/>
      <dgm:t>
        <a:bodyPr/>
        <a:lstStyle/>
        <a:p>
          <a:endParaRPr lang="en-US"/>
        </a:p>
      </dgm:t>
    </dgm:pt>
    <dgm:pt modelId="{44B48833-7FF2-433A-8B0D-371FC689932B}" type="pres">
      <dgm:prSet presAssocID="{FC378E94-55A9-4D63-BDFE-25A8739C34D9}" presName="root" presStyleCnt="0">
        <dgm:presLayoutVars>
          <dgm:dir/>
          <dgm:resizeHandles val="exact"/>
        </dgm:presLayoutVars>
      </dgm:prSet>
      <dgm:spPr/>
    </dgm:pt>
    <dgm:pt modelId="{7EC25AF6-C343-490D-80E5-090E8203D4F8}" type="pres">
      <dgm:prSet presAssocID="{C51E38B6-77C3-4DDF-A2A5-21B1A76D29A2}" presName="compNode" presStyleCnt="0"/>
      <dgm:spPr/>
    </dgm:pt>
    <dgm:pt modelId="{56B180EF-9E57-4103-8278-E91B8E4256AF}" type="pres">
      <dgm:prSet presAssocID="{C51E38B6-77C3-4DDF-A2A5-21B1A76D29A2}" presName="bgRect" presStyleLbl="bgShp" presStyleIdx="0" presStyleCnt="4"/>
      <dgm:spPr/>
    </dgm:pt>
    <dgm:pt modelId="{53C8B714-B4E1-4BD9-A2D3-6CE50A97867C}" type="pres">
      <dgm:prSet presAssocID="{C51E38B6-77C3-4DDF-A2A5-21B1A76D29A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46A2FF83-2179-4520-BC76-925156E02F59}" type="pres">
      <dgm:prSet presAssocID="{C51E38B6-77C3-4DDF-A2A5-21B1A76D29A2}" presName="spaceRect" presStyleCnt="0"/>
      <dgm:spPr/>
    </dgm:pt>
    <dgm:pt modelId="{9A2AB822-E17E-4282-9EF8-1C0B9682420E}" type="pres">
      <dgm:prSet presAssocID="{C51E38B6-77C3-4DDF-A2A5-21B1A76D29A2}" presName="parTx" presStyleLbl="revTx" presStyleIdx="0" presStyleCnt="4">
        <dgm:presLayoutVars>
          <dgm:chMax val="0"/>
          <dgm:chPref val="0"/>
        </dgm:presLayoutVars>
      </dgm:prSet>
      <dgm:spPr/>
    </dgm:pt>
    <dgm:pt modelId="{91CA1CD7-FE3B-4992-9597-1B8C76B63723}" type="pres">
      <dgm:prSet presAssocID="{8199C499-E90D-4107-B5A8-36F89C24812A}" presName="sibTrans" presStyleCnt="0"/>
      <dgm:spPr/>
    </dgm:pt>
    <dgm:pt modelId="{1DAA147D-1330-4D3B-83CB-432F364701A5}" type="pres">
      <dgm:prSet presAssocID="{CE761517-5F11-404E-B662-EA4B4B23C6FE}" presName="compNode" presStyleCnt="0"/>
      <dgm:spPr/>
    </dgm:pt>
    <dgm:pt modelId="{627FDF6E-CFC9-4518-945B-7E670B4F8F2F}" type="pres">
      <dgm:prSet presAssocID="{CE761517-5F11-404E-B662-EA4B4B23C6FE}" presName="bgRect" presStyleLbl="bgShp" presStyleIdx="1" presStyleCnt="4"/>
      <dgm:spPr/>
    </dgm:pt>
    <dgm:pt modelId="{E46E992C-1E3E-453D-80F6-31690707114F}" type="pres">
      <dgm:prSet presAssocID="{CE761517-5F11-404E-B662-EA4B4B23C6F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 with solid fill"/>
        </a:ext>
      </dgm:extLst>
    </dgm:pt>
    <dgm:pt modelId="{4881045D-3BB7-40B9-97F2-91D8CD169EB0}" type="pres">
      <dgm:prSet presAssocID="{CE761517-5F11-404E-B662-EA4B4B23C6FE}" presName="spaceRect" presStyleCnt="0"/>
      <dgm:spPr/>
    </dgm:pt>
    <dgm:pt modelId="{6BC4F317-5933-4477-83D7-C9B83B8EA513}" type="pres">
      <dgm:prSet presAssocID="{CE761517-5F11-404E-B662-EA4B4B23C6FE}" presName="parTx" presStyleLbl="revTx" presStyleIdx="1" presStyleCnt="4">
        <dgm:presLayoutVars>
          <dgm:chMax val="0"/>
          <dgm:chPref val="0"/>
        </dgm:presLayoutVars>
      </dgm:prSet>
      <dgm:spPr/>
    </dgm:pt>
    <dgm:pt modelId="{21BD7384-25E4-4148-AEDD-4FB93007419D}" type="pres">
      <dgm:prSet presAssocID="{B66692DC-6B4C-450F-8AD2-605753F3E430}" presName="sibTrans" presStyleCnt="0"/>
      <dgm:spPr/>
    </dgm:pt>
    <dgm:pt modelId="{1FD26D3A-C2A3-4187-9DD8-F578083B9345}" type="pres">
      <dgm:prSet presAssocID="{FDC7166F-57C0-42A2-90C7-12C976CD9561}" presName="compNode" presStyleCnt="0"/>
      <dgm:spPr/>
    </dgm:pt>
    <dgm:pt modelId="{B1082529-EC58-4F04-9FCD-2278C9CB8F6C}" type="pres">
      <dgm:prSet presAssocID="{FDC7166F-57C0-42A2-90C7-12C976CD9561}" presName="bgRect" presStyleLbl="bgShp" presStyleIdx="2" presStyleCnt="4"/>
      <dgm:spPr/>
    </dgm:pt>
    <dgm:pt modelId="{09B88F8F-D133-4A9D-A5B9-79F3B54A135B}" type="pres">
      <dgm:prSet presAssocID="{FDC7166F-57C0-42A2-90C7-12C976CD956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 outline"/>
        </a:ext>
      </dgm:extLst>
    </dgm:pt>
    <dgm:pt modelId="{BDECC377-486A-4D06-9540-8FE03BCB26BE}" type="pres">
      <dgm:prSet presAssocID="{FDC7166F-57C0-42A2-90C7-12C976CD9561}" presName="spaceRect" presStyleCnt="0"/>
      <dgm:spPr/>
    </dgm:pt>
    <dgm:pt modelId="{45B5970C-7F8D-46DF-A4F9-AB56370FA4C5}" type="pres">
      <dgm:prSet presAssocID="{FDC7166F-57C0-42A2-90C7-12C976CD9561}" presName="parTx" presStyleLbl="revTx" presStyleIdx="2" presStyleCnt="4">
        <dgm:presLayoutVars>
          <dgm:chMax val="0"/>
          <dgm:chPref val="0"/>
        </dgm:presLayoutVars>
      </dgm:prSet>
      <dgm:spPr/>
    </dgm:pt>
    <dgm:pt modelId="{271AE629-FC63-426B-B4B6-FE6BAF77F52E}" type="pres">
      <dgm:prSet presAssocID="{815D4272-B7CD-48F9-90E0-8576A418BDDF}" presName="sibTrans" presStyleCnt="0"/>
      <dgm:spPr/>
    </dgm:pt>
    <dgm:pt modelId="{1DEDACBC-D4C7-4987-AA3F-E8129EB472D0}" type="pres">
      <dgm:prSet presAssocID="{41C79314-7798-4836-BB6C-27D8859BFB20}" presName="compNode" presStyleCnt="0"/>
      <dgm:spPr/>
    </dgm:pt>
    <dgm:pt modelId="{94C78BD4-9668-484D-BBA8-4F7395466CBF}" type="pres">
      <dgm:prSet presAssocID="{41C79314-7798-4836-BB6C-27D8859BFB20}" presName="bgRect" presStyleLbl="bgShp" presStyleIdx="3" presStyleCnt="4"/>
      <dgm:spPr/>
    </dgm:pt>
    <dgm:pt modelId="{E28AE758-4B8A-4CE6-A5B1-5A6309D6FB8D}" type="pres">
      <dgm:prSet presAssocID="{41C79314-7798-4836-BB6C-27D8859BFB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red face outline outline"/>
        </a:ext>
      </dgm:extLst>
    </dgm:pt>
    <dgm:pt modelId="{9CFD5B2D-8E42-4208-AB76-27C5DBFB5DF8}" type="pres">
      <dgm:prSet presAssocID="{41C79314-7798-4836-BB6C-27D8859BFB20}" presName="spaceRect" presStyleCnt="0"/>
      <dgm:spPr/>
    </dgm:pt>
    <dgm:pt modelId="{D336FF27-A817-4A29-9834-EDA37142CB5C}" type="pres">
      <dgm:prSet presAssocID="{41C79314-7798-4836-BB6C-27D8859BFB2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08FBD1D-849D-4963-B899-147742E0F251}" srcId="{FC378E94-55A9-4D63-BDFE-25A8739C34D9}" destId="{C51E38B6-77C3-4DDF-A2A5-21B1A76D29A2}" srcOrd="0" destOrd="0" parTransId="{D385E1C3-2907-4C40-A409-DF15A7F9312E}" sibTransId="{8199C499-E90D-4107-B5A8-36F89C24812A}"/>
    <dgm:cxn modelId="{FFE1A450-24B3-4964-B595-43F4752B2BBE}" type="presOf" srcId="{C51E38B6-77C3-4DDF-A2A5-21B1A76D29A2}" destId="{9A2AB822-E17E-4282-9EF8-1C0B9682420E}" srcOrd="0" destOrd="0" presId="urn:microsoft.com/office/officeart/2018/2/layout/IconVerticalSolidList"/>
    <dgm:cxn modelId="{3CA9B178-B0E7-49FA-9342-8462BD6DF4D0}" srcId="{FC378E94-55A9-4D63-BDFE-25A8739C34D9}" destId="{CE761517-5F11-404E-B662-EA4B4B23C6FE}" srcOrd="1" destOrd="0" parTransId="{0ECF4F78-A40C-48BB-804F-5C7BF0ECE7E7}" sibTransId="{B66692DC-6B4C-450F-8AD2-605753F3E430}"/>
    <dgm:cxn modelId="{9A454390-B3CB-43DC-B043-4465D9BB5090}" type="presOf" srcId="{FC378E94-55A9-4D63-BDFE-25A8739C34D9}" destId="{44B48833-7FF2-433A-8B0D-371FC689932B}" srcOrd="0" destOrd="0" presId="urn:microsoft.com/office/officeart/2018/2/layout/IconVerticalSolidList"/>
    <dgm:cxn modelId="{8570E491-DF96-475A-8EF5-028AB7A032AF}" srcId="{FC378E94-55A9-4D63-BDFE-25A8739C34D9}" destId="{FDC7166F-57C0-42A2-90C7-12C976CD9561}" srcOrd="2" destOrd="0" parTransId="{BD497DE9-EE28-474C-A569-2945CB60B84F}" sibTransId="{815D4272-B7CD-48F9-90E0-8576A418BDDF}"/>
    <dgm:cxn modelId="{8DB303A7-7AC2-4DA8-943A-1FC2E483FB53}" type="presOf" srcId="{41C79314-7798-4836-BB6C-27D8859BFB20}" destId="{D336FF27-A817-4A29-9834-EDA37142CB5C}" srcOrd="0" destOrd="0" presId="urn:microsoft.com/office/officeart/2018/2/layout/IconVerticalSolidList"/>
    <dgm:cxn modelId="{E0A3FAB5-3C02-4ACB-91FD-B5D9693663C5}" srcId="{FC378E94-55A9-4D63-BDFE-25A8739C34D9}" destId="{41C79314-7798-4836-BB6C-27D8859BFB20}" srcOrd="3" destOrd="0" parTransId="{2396D101-58A2-40F8-A7A0-BBABF726A38D}" sibTransId="{B90A67A6-6FDF-4026-BE29-88037CD0A2F0}"/>
    <dgm:cxn modelId="{762274E3-71C9-4DC6-B3C8-F0A173F93E16}" type="presOf" srcId="{FDC7166F-57C0-42A2-90C7-12C976CD9561}" destId="{45B5970C-7F8D-46DF-A4F9-AB56370FA4C5}" srcOrd="0" destOrd="0" presId="urn:microsoft.com/office/officeart/2018/2/layout/IconVerticalSolidList"/>
    <dgm:cxn modelId="{74A63BF0-0E56-4A6F-A033-90719619FB84}" type="presOf" srcId="{CE761517-5F11-404E-B662-EA4B4B23C6FE}" destId="{6BC4F317-5933-4477-83D7-C9B83B8EA513}" srcOrd="0" destOrd="0" presId="urn:microsoft.com/office/officeart/2018/2/layout/IconVerticalSolidList"/>
    <dgm:cxn modelId="{0965722F-99E0-47AB-8FB8-376ABACAF872}" type="presParOf" srcId="{44B48833-7FF2-433A-8B0D-371FC689932B}" destId="{7EC25AF6-C343-490D-80E5-090E8203D4F8}" srcOrd="0" destOrd="0" presId="urn:microsoft.com/office/officeart/2018/2/layout/IconVerticalSolidList"/>
    <dgm:cxn modelId="{E9F8C131-7D46-48EC-A720-12145EEF2FAF}" type="presParOf" srcId="{7EC25AF6-C343-490D-80E5-090E8203D4F8}" destId="{56B180EF-9E57-4103-8278-E91B8E4256AF}" srcOrd="0" destOrd="0" presId="urn:microsoft.com/office/officeart/2018/2/layout/IconVerticalSolidList"/>
    <dgm:cxn modelId="{9E28C04C-D66B-47E5-9D59-81798958792D}" type="presParOf" srcId="{7EC25AF6-C343-490D-80E5-090E8203D4F8}" destId="{53C8B714-B4E1-4BD9-A2D3-6CE50A97867C}" srcOrd="1" destOrd="0" presId="urn:microsoft.com/office/officeart/2018/2/layout/IconVerticalSolidList"/>
    <dgm:cxn modelId="{D2678EAF-237F-4C95-ACC2-208E971AFE33}" type="presParOf" srcId="{7EC25AF6-C343-490D-80E5-090E8203D4F8}" destId="{46A2FF83-2179-4520-BC76-925156E02F59}" srcOrd="2" destOrd="0" presId="urn:microsoft.com/office/officeart/2018/2/layout/IconVerticalSolidList"/>
    <dgm:cxn modelId="{F78F3E37-0A08-4633-ADF1-233A5093B509}" type="presParOf" srcId="{7EC25AF6-C343-490D-80E5-090E8203D4F8}" destId="{9A2AB822-E17E-4282-9EF8-1C0B9682420E}" srcOrd="3" destOrd="0" presId="urn:microsoft.com/office/officeart/2018/2/layout/IconVerticalSolidList"/>
    <dgm:cxn modelId="{F1365F03-3249-4F63-A341-4F598B276A22}" type="presParOf" srcId="{44B48833-7FF2-433A-8B0D-371FC689932B}" destId="{91CA1CD7-FE3B-4992-9597-1B8C76B63723}" srcOrd="1" destOrd="0" presId="urn:microsoft.com/office/officeart/2018/2/layout/IconVerticalSolidList"/>
    <dgm:cxn modelId="{85642FF6-DF07-46DF-A7FE-236480B6DDB9}" type="presParOf" srcId="{44B48833-7FF2-433A-8B0D-371FC689932B}" destId="{1DAA147D-1330-4D3B-83CB-432F364701A5}" srcOrd="2" destOrd="0" presId="urn:microsoft.com/office/officeart/2018/2/layout/IconVerticalSolidList"/>
    <dgm:cxn modelId="{C12308D1-6FA4-4648-8418-DD1502504E34}" type="presParOf" srcId="{1DAA147D-1330-4D3B-83CB-432F364701A5}" destId="{627FDF6E-CFC9-4518-945B-7E670B4F8F2F}" srcOrd="0" destOrd="0" presId="urn:microsoft.com/office/officeart/2018/2/layout/IconVerticalSolidList"/>
    <dgm:cxn modelId="{219A1DF8-C09D-4107-9297-8AA4133A03FB}" type="presParOf" srcId="{1DAA147D-1330-4D3B-83CB-432F364701A5}" destId="{E46E992C-1E3E-453D-80F6-31690707114F}" srcOrd="1" destOrd="0" presId="urn:microsoft.com/office/officeart/2018/2/layout/IconVerticalSolidList"/>
    <dgm:cxn modelId="{2DA41DAF-BB5C-4135-B913-240C4BEAABC7}" type="presParOf" srcId="{1DAA147D-1330-4D3B-83CB-432F364701A5}" destId="{4881045D-3BB7-40B9-97F2-91D8CD169EB0}" srcOrd="2" destOrd="0" presId="urn:microsoft.com/office/officeart/2018/2/layout/IconVerticalSolidList"/>
    <dgm:cxn modelId="{9A4027AB-36BA-4D09-82BC-63C3277DF4A4}" type="presParOf" srcId="{1DAA147D-1330-4D3B-83CB-432F364701A5}" destId="{6BC4F317-5933-4477-83D7-C9B83B8EA513}" srcOrd="3" destOrd="0" presId="urn:microsoft.com/office/officeart/2018/2/layout/IconVerticalSolidList"/>
    <dgm:cxn modelId="{E336D07A-E6CB-4F53-9236-64FC547EBAAF}" type="presParOf" srcId="{44B48833-7FF2-433A-8B0D-371FC689932B}" destId="{21BD7384-25E4-4148-AEDD-4FB93007419D}" srcOrd="3" destOrd="0" presId="urn:microsoft.com/office/officeart/2018/2/layout/IconVerticalSolidList"/>
    <dgm:cxn modelId="{722AB575-7311-434E-81FB-00890376BBAC}" type="presParOf" srcId="{44B48833-7FF2-433A-8B0D-371FC689932B}" destId="{1FD26D3A-C2A3-4187-9DD8-F578083B9345}" srcOrd="4" destOrd="0" presId="urn:microsoft.com/office/officeart/2018/2/layout/IconVerticalSolidList"/>
    <dgm:cxn modelId="{508B4B07-6DF4-426B-86E4-9F56EEF8C7A1}" type="presParOf" srcId="{1FD26D3A-C2A3-4187-9DD8-F578083B9345}" destId="{B1082529-EC58-4F04-9FCD-2278C9CB8F6C}" srcOrd="0" destOrd="0" presId="urn:microsoft.com/office/officeart/2018/2/layout/IconVerticalSolidList"/>
    <dgm:cxn modelId="{E85D1002-CBD3-4C7F-9EE0-5F861CFCDDFC}" type="presParOf" srcId="{1FD26D3A-C2A3-4187-9DD8-F578083B9345}" destId="{09B88F8F-D133-4A9D-A5B9-79F3B54A135B}" srcOrd="1" destOrd="0" presId="urn:microsoft.com/office/officeart/2018/2/layout/IconVerticalSolidList"/>
    <dgm:cxn modelId="{1D5AC39B-3956-4411-B23E-E1245CA24EDC}" type="presParOf" srcId="{1FD26D3A-C2A3-4187-9DD8-F578083B9345}" destId="{BDECC377-486A-4D06-9540-8FE03BCB26BE}" srcOrd="2" destOrd="0" presId="urn:microsoft.com/office/officeart/2018/2/layout/IconVerticalSolidList"/>
    <dgm:cxn modelId="{A42BC63A-4725-43E9-9033-50F5F9C65AA1}" type="presParOf" srcId="{1FD26D3A-C2A3-4187-9DD8-F578083B9345}" destId="{45B5970C-7F8D-46DF-A4F9-AB56370FA4C5}" srcOrd="3" destOrd="0" presId="urn:microsoft.com/office/officeart/2018/2/layout/IconVerticalSolidList"/>
    <dgm:cxn modelId="{06721620-BA9D-40C0-AAC8-2ECAF8EA8B8F}" type="presParOf" srcId="{44B48833-7FF2-433A-8B0D-371FC689932B}" destId="{271AE629-FC63-426B-B4B6-FE6BAF77F52E}" srcOrd="5" destOrd="0" presId="urn:microsoft.com/office/officeart/2018/2/layout/IconVerticalSolidList"/>
    <dgm:cxn modelId="{A4246672-9BDE-4AC4-9CF1-4DF813FA1031}" type="presParOf" srcId="{44B48833-7FF2-433A-8B0D-371FC689932B}" destId="{1DEDACBC-D4C7-4987-AA3F-E8129EB472D0}" srcOrd="6" destOrd="0" presId="urn:microsoft.com/office/officeart/2018/2/layout/IconVerticalSolidList"/>
    <dgm:cxn modelId="{7A4EEFBA-F465-4D05-8A64-E5AC03A857CE}" type="presParOf" srcId="{1DEDACBC-D4C7-4987-AA3F-E8129EB472D0}" destId="{94C78BD4-9668-484D-BBA8-4F7395466CBF}" srcOrd="0" destOrd="0" presId="urn:microsoft.com/office/officeart/2018/2/layout/IconVerticalSolidList"/>
    <dgm:cxn modelId="{D29EDF34-1A9A-4385-A5EB-81D82228D8C2}" type="presParOf" srcId="{1DEDACBC-D4C7-4987-AA3F-E8129EB472D0}" destId="{E28AE758-4B8A-4CE6-A5B1-5A6309D6FB8D}" srcOrd="1" destOrd="0" presId="urn:microsoft.com/office/officeart/2018/2/layout/IconVerticalSolidList"/>
    <dgm:cxn modelId="{17FB089A-EF24-4056-8172-A2D19AE1978D}" type="presParOf" srcId="{1DEDACBC-D4C7-4987-AA3F-E8129EB472D0}" destId="{9CFD5B2D-8E42-4208-AB76-27C5DBFB5DF8}" srcOrd="2" destOrd="0" presId="urn:microsoft.com/office/officeart/2018/2/layout/IconVerticalSolidList"/>
    <dgm:cxn modelId="{3E4E2DBD-F008-4A45-8AC6-21704699F08D}" type="presParOf" srcId="{1DEDACBC-D4C7-4987-AA3F-E8129EB472D0}" destId="{D336FF27-A817-4A29-9834-EDA37142CB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74E9D-1BD0-4F4A-A62B-EEFF6E989886}">
      <dsp:nvSpPr>
        <dsp:cNvPr id="0" name=""/>
        <dsp:cNvSpPr/>
      </dsp:nvSpPr>
      <dsp:spPr>
        <a:xfrm>
          <a:off x="0" y="1610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17E2B-96BC-47BC-A5AC-E8FEDF5ADFD6}">
      <dsp:nvSpPr>
        <dsp:cNvPr id="0" name=""/>
        <dsp:cNvSpPr/>
      </dsp:nvSpPr>
      <dsp:spPr>
        <a:xfrm>
          <a:off x="246938" y="185284"/>
          <a:ext cx="448979" cy="4489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ABBCF-B3F9-492B-BEF4-CF9313B45F65}">
      <dsp:nvSpPr>
        <dsp:cNvPr id="0" name=""/>
        <dsp:cNvSpPr/>
      </dsp:nvSpPr>
      <dsp:spPr>
        <a:xfrm>
          <a:off x="942857" y="1610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/>
            <a:t>To allow contract lecturers to easily make claims to the institution for work carried out.</a:t>
          </a:r>
          <a:endParaRPr lang="en-US" sz="2100" kern="1200"/>
        </a:p>
      </dsp:txBody>
      <dsp:txXfrm>
        <a:off x="942857" y="1610"/>
        <a:ext cx="7653810" cy="816326"/>
      </dsp:txXfrm>
    </dsp:sp>
    <dsp:sp modelId="{6FD06307-E415-4C6D-BE9D-42B5A932181A}">
      <dsp:nvSpPr>
        <dsp:cNvPr id="0" name=""/>
        <dsp:cNvSpPr/>
      </dsp:nvSpPr>
      <dsp:spPr>
        <a:xfrm>
          <a:off x="0" y="1022019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78AA8-8C82-4EB4-AE06-3845691D809D}">
      <dsp:nvSpPr>
        <dsp:cNvPr id="0" name=""/>
        <dsp:cNvSpPr/>
      </dsp:nvSpPr>
      <dsp:spPr>
        <a:xfrm>
          <a:off x="246938" y="1205692"/>
          <a:ext cx="448979" cy="4489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6D67D-EC6F-4576-93F1-252DC709D86B}">
      <dsp:nvSpPr>
        <dsp:cNvPr id="0" name=""/>
        <dsp:cNvSpPr/>
      </dsp:nvSpPr>
      <dsp:spPr>
        <a:xfrm>
          <a:off x="942857" y="1022019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To facilitate transparency in the claims process.</a:t>
          </a:r>
          <a:endParaRPr lang="en-US" sz="2100" kern="1200" dirty="0"/>
        </a:p>
      </dsp:txBody>
      <dsp:txXfrm>
        <a:off x="942857" y="1022019"/>
        <a:ext cx="7653810" cy="816326"/>
      </dsp:txXfrm>
    </dsp:sp>
    <dsp:sp modelId="{0A4D4921-8E90-49DE-A37D-0F04C79BE1D0}">
      <dsp:nvSpPr>
        <dsp:cNvPr id="0" name=""/>
        <dsp:cNvSpPr/>
      </dsp:nvSpPr>
      <dsp:spPr>
        <a:xfrm>
          <a:off x="0" y="2042427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F3C03-2E11-4A3D-9E40-ADDB9B31E29F}">
      <dsp:nvSpPr>
        <dsp:cNvPr id="0" name=""/>
        <dsp:cNvSpPr/>
      </dsp:nvSpPr>
      <dsp:spPr>
        <a:xfrm>
          <a:off x="246938" y="2226100"/>
          <a:ext cx="448979" cy="4489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96A216-DB55-48D7-8A0C-82135296AF4E}">
      <dsp:nvSpPr>
        <dsp:cNvPr id="0" name=""/>
        <dsp:cNvSpPr/>
      </dsp:nvSpPr>
      <dsp:spPr>
        <a:xfrm>
          <a:off x="942857" y="2042427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/>
            <a:t>To increase claim processing efficiency.</a:t>
          </a:r>
          <a:endParaRPr lang="en-US" sz="2100" kern="1200"/>
        </a:p>
      </dsp:txBody>
      <dsp:txXfrm>
        <a:off x="942857" y="2042427"/>
        <a:ext cx="7653810" cy="816326"/>
      </dsp:txXfrm>
    </dsp:sp>
    <dsp:sp modelId="{FEFE2E13-B09D-431F-908A-AE5BD340EDE6}">
      <dsp:nvSpPr>
        <dsp:cNvPr id="0" name=""/>
        <dsp:cNvSpPr/>
      </dsp:nvSpPr>
      <dsp:spPr>
        <a:xfrm>
          <a:off x="0" y="3062835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3C0435-015C-42A6-AB5E-A30FC71CA46B}">
      <dsp:nvSpPr>
        <dsp:cNvPr id="0" name=""/>
        <dsp:cNvSpPr/>
      </dsp:nvSpPr>
      <dsp:spPr>
        <a:xfrm>
          <a:off x="246938" y="3246509"/>
          <a:ext cx="448979" cy="4489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68CD2-74B1-49B2-829D-086B5BCD2960}">
      <dsp:nvSpPr>
        <dsp:cNvPr id="0" name=""/>
        <dsp:cNvSpPr/>
      </dsp:nvSpPr>
      <dsp:spPr>
        <a:xfrm>
          <a:off x="942857" y="3062835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/>
            <a:t>To provide actionable insights to HR.</a:t>
          </a:r>
          <a:endParaRPr lang="en-US" sz="2100" kern="1200"/>
        </a:p>
      </dsp:txBody>
      <dsp:txXfrm>
        <a:off x="942857" y="3062835"/>
        <a:ext cx="7653810" cy="8163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5A9FAF-270A-408C-9527-C314AA2089ED}">
      <dsp:nvSpPr>
        <dsp:cNvPr id="0" name=""/>
        <dsp:cNvSpPr/>
      </dsp:nvSpPr>
      <dsp:spPr>
        <a:xfrm>
          <a:off x="0" y="253820"/>
          <a:ext cx="6312904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9951" tIns="312420" rIns="48995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500" kern="1200" dirty="0"/>
            <a:t>Process approved claims &amp; generate invoices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500" kern="1200" dirty="0"/>
            <a:t>Generate system usage reports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500" kern="1200" dirty="0"/>
            <a:t>Onboard users and update existing user information</a:t>
          </a:r>
        </a:p>
      </dsp:txBody>
      <dsp:txXfrm>
        <a:off x="0" y="253820"/>
        <a:ext cx="6312904" cy="1086750"/>
      </dsp:txXfrm>
    </dsp:sp>
    <dsp:sp modelId="{3F455E21-0C6A-41FD-BE38-94E6A137F11D}">
      <dsp:nvSpPr>
        <dsp:cNvPr id="0" name=""/>
        <dsp:cNvSpPr/>
      </dsp:nvSpPr>
      <dsp:spPr>
        <a:xfrm>
          <a:off x="315645" y="32420"/>
          <a:ext cx="441903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029" tIns="0" rIns="1670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HR</a:t>
          </a:r>
        </a:p>
      </dsp:txBody>
      <dsp:txXfrm>
        <a:off x="337261" y="54036"/>
        <a:ext cx="4375800" cy="399568"/>
      </dsp:txXfrm>
    </dsp:sp>
    <dsp:sp modelId="{5F0879DC-51FC-4210-BD63-C9D4BC9E82F8}">
      <dsp:nvSpPr>
        <dsp:cNvPr id="0" name=""/>
        <dsp:cNvSpPr/>
      </dsp:nvSpPr>
      <dsp:spPr>
        <a:xfrm>
          <a:off x="0" y="1642970"/>
          <a:ext cx="6312904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9951" tIns="312420" rIns="48995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500" kern="1200"/>
            <a:t>Review and approve verified claims</a:t>
          </a:r>
        </a:p>
      </dsp:txBody>
      <dsp:txXfrm>
        <a:off x="0" y="1642970"/>
        <a:ext cx="6312904" cy="626062"/>
      </dsp:txXfrm>
    </dsp:sp>
    <dsp:sp modelId="{0A8BB17A-009A-44DD-869E-EB2C2D60FC55}">
      <dsp:nvSpPr>
        <dsp:cNvPr id="0" name=""/>
        <dsp:cNvSpPr/>
      </dsp:nvSpPr>
      <dsp:spPr>
        <a:xfrm>
          <a:off x="315645" y="1421570"/>
          <a:ext cx="441903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029" tIns="0" rIns="1670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Academic Manager</a:t>
          </a:r>
        </a:p>
      </dsp:txBody>
      <dsp:txXfrm>
        <a:off x="337261" y="1443186"/>
        <a:ext cx="4375800" cy="399568"/>
      </dsp:txXfrm>
    </dsp:sp>
    <dsp:sp modelId="{C6C2C750-2CA7-4DFA-908F-3672DBDAF8FC}">
      <dsp:nvSpPr>
        <dsp:cNvPr id="0" name=""/>
        <dsp:cNvSpPr/>
      </dsp:nvSpPr>
      <dsp:spPr>
        <a:xfrm>
          <a:off x="0" y="2571432"/>
          <a:ext cx="6312904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9951" tIns="312420" rIns="48995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500" kern="1200" dirty="0"/>
            <a:t>Review and verify lodged claims</a:t>
          </a:r>
        </a:p>
      </dsp:txBody>
      <dsp:txXfrm>
        <a:off x="0" y="2571432"/>
        <a:ext cx="6312904" cy="626062"/>
      </dsp:txXfrm>
    </dsp:sp>
    <dsp:sp modelId="{1C7809A3-F0AE-453B-83E8-A48DFD081E2F}">
      <dsp:nvSpPr>
        <dsp:cNvPr id="0" name=""/>
        <dsp:cNvSpPr/>
      </dsp:nvSpPr>
      <dsp:spPr>
        <a:xfrm>
          <a:off x="315645" y="2350032"/>
          <a:ext cx="441903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029" tIns="0" rIns="1670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/>
            <a:t>Programme Coordinator</a:t>
          </a:r>
          <a:endParaRPr lang="en-ZA" sz="1500" kern="1200" dirty="0"/>
        </a:p>
      </dsp:txBody>
      <dsp:txXfrm>
        <a:off x="337261" y="2371648"/>
        <a:ext cx="4375800" cy="399568"/>
      </dsp:txXfrm>
    </dsp:sp>
    <dsp:sp modelId="{C7CFA4F8-D539-42CD-8296-EF1DF744FD42}">
      <dsp:nvSpPr>
        <dsp:cNvPr id="0" name=""/>
        <dsp:cNvSpPr/>
      </dsp:nvSpPr>
      <dsp:spPr>
        <a:xfrm>
          <a:off x="0" y="3499895"/>
          <a:ext cx="6312904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9951" tIns="312420" rIns="48995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500" kern="1200" dirty="0"/>
            <a:t>Submit claims</a:t>
          </a:r>
        </a:p>
      </dsp:txBody>
      <dsp:txXfrm>
        <a:off x="0" y="3499895"/>
        <a:ext cx="6312904" cy="626062"/>
      </dsp:txXfrm>
    </dsp:sp>
    <dsp:sp modelId="{804620C5-60E3-41B1-812A-2EAA64D0B804}">
      <dsp:nvSpPr>
        <dsp:cNvPr id="0" name=""/>
        <dsp:cNvSpPr/>
      </dsp:nvSpPr>
      <dsp:spPr>
        <a:xfrm>
          <a:off x="315645" y="3278495"/>
          <a:ext cx="441903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029" tIns="0" rIns="1670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/>
            <a:t>Lecturer</a:t>
          </a:r>
        </a:p>
      </dsp:txBody>
      <dsp:txXfrm>
        <a:off x="337261" y="3300111"/>
        <a:ext cx="4375800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180EF-9E57-4103-8278-E91B8E4256AF}">
      <dsp:nvSpPr>
        <dsp:cNvPr id="0" name=""/>
        <dsp:cNvSpPr/>
      </dsp:nvSpPr>
      <dsp:spPr>
        <a:xfrm>
          <a:off x="0" y="1610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8B714-B4E1-4BD9-A2D3-6CE50A97867C}">
      <dsp:nvSpPr>
        <dsp:cNvPr id="0" name=""/>
        <dsp:cNvSpPr/>
      </dsp:nvSpPr>
      <dsp:spPr>
        <a:xfrm>
          <a:off x="246938" y="185284"/>
          <a:ext cx="448979" cy="4489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AB822-E17E-4282-9EF8-1C0B9682420E}">
      <dsp:nvSpPr>
        <dsp:cNvPr id="0" name=""/>
        <dsp:cNvSpPr/>
      </dsp:nvSpPr>
      <dsp:spPr>
        <a:xfrm>
          <a:off x="942857" y="1610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Complex claims process.</a:t>
          </a:r>
          <a:endParaRPr lang="en-US" sz="2200" kern="1200"/>
        </a:p>
      </dsp:txBody>
      <dsp:txXfrm>
        <a:off x="942857" y="1610"/>
        <a:ext cx="7653810" cy="816326"/>
      </dsp:txXfrm>
    </dsp:sp>
    <dsp:sp modelId="{627FDF6E-CFC9-4518-945B-7E670B4F8F2F}">
      <dsp:nvSpPr>
        <dsp:cNvPr id="0" name=""/>
        <dsp:cNvSpPr/>
      </dsp:nvSpPr>
      <dsp:spPr>
        <a:xfrm>
          <a:off x="0" y="1022019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E992C-1E3E-453D-80F6-31690707114F}">
      <dsp:nvSpPr>
        <dsp:cNvPr id="0" name=""/>
        <dsp:cNvSpPr/>
      </dsp:nvSpPr>
      <dsp:spPr>
        <a:xfrm>
          <a:off x="246938" y="1205692"/>
          <a:ext cx="448979" cy="4489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4F317-5933-4477-83D7-C9B83B8EA513}">
      <dsp:nvSpPr>
        <dsp:cNvPr id="0" name=""/>
        <dsp:cNvSpPr/>
      </dsp:nvSpPr>
      <dsp:spPr>
        <a:xfrm>
          <a:off x="942857" y="1022019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Inefficient approval process.</a:t>
          </a:r>
          <a:endParaRPr lang="en-US" sz="2200" kern="1200"/>
        </a:p>
      </dsp:txBody>
      <dsp:txXfrm>
        <a:off x="942857" y="1022019"/>
        <a:ext cx="7653810" cy="816326"/>
      </dsp:txXfrm>
    </dsp:sp>
    <dsp:sp modelId="{B1082529-EC58-4F04-9FCD-2278C9CB8F6C}">
      <dsp:nvSpPr>
        <dsp:cNvPr id="0" name=""/>
        <dsp:cNvSpPr/>
      </dsp:nvSpPr>
      <dsp:spPr>
        <a:xfrm>
          <a:off x="0" y="2042427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B88F8F-D133-4A9D-A5B9-79F3B54A135B}">
      <dsp:nvSpPr>
        <dsp:cNvPr id="0" name=""/>
        <dsp:cNvSpPr/>
      </dsp:nvSpPr>
      <dsp:spPr>
        <a:xfrm>
          <a:off x="246938" y="2226100"/>
          <a:ext cx="448979" cy="4489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5970C-7F8D-46DF-A4F9-AB56370FA4C5}">
      <dsp:nvSpPr>
        <dsp:cNvPr id="0" name=""/>
        <dsp:cNvSpPr/>
      </dsp:nvSpPr>
      <dsp:spPr>
        <a:xfrm>
          <a:off x="942857" y="2042427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Repetitive  data entry.</a:t>
          </a:r>
          <a:endParaRPr lang="en-US" sz="2200" kern="1200"/>
        </a:p>
      </dsp:txBody>
      <dsp:txXfrm>
        <a:off x="942857" y="2042427"/>
        <a:ext cx="7653810" cy="816326"/>
      </dsp:txXfrm>
    </dsp:sp>
    <dsp:sp modelId="{94C78BD4-9668-484D-BBA8-4F7395466CBF}">
      <dsp:nvSpPr>
        <dsp:cNvPr id="0" name=""/>
        <dsp:cNvSpPr/>
      </dsp:nvSpPr>
      <dsp:spPr>
        <a:xfrm>
          <a:off x="0" y="3062835"/>
          <a:ext cx="8596668" cy="816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AE758-4B8A-4CE6-A5B1-5A6309D6FB8D}">
      <dsp:nvSpPr>
        <dsp:cNvPr id="0" name=""/>
        <dsp:cNvSpPr/>
      </dsp:nvSpPr>
      <dsp:spPr>
        <a:xfrm>
          <a:off x="246938" y="3246509"/>
          <a:ext cx="448979" cy="4489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6FF27-A817-4A29-9834-EDA37142CB5C}">
      <dsp:nvSpPr>
        <dsp:cNvPr id="0" name=""/>
        <dsp:cNvSpPr/>
      </dsp:nvSpPr>
      <dsp:spPr>
        <a:xfrm>
          <a:off x="942857" y="3062835"/>
          <a:ext cx="7653810" cy="81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95" tIns="86395" rIns="86395" bIns="8639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Manual invoice creation.</a:t>
          </a:r>
          <a:endParaRPr lang="en-US" sz="2200" kern="1200"/>
        </a:p>
      </dsp:txBody>
      <dsp:txXfrm>
        <a:off x="942857" y="3062835"/>
        <a:ext cx="7653810" cy="816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1236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682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862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520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717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018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895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235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279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1990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7493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2757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5342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346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8295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94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DE902-9440-44C5-99EF-55F191796476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044D0B8-097B-436F-BFF5-A08A4D129B7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908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BABF-BBDA-3D3D-D959-BD908E1C8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Contract Lecturer Monthly Claims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39051-1004-8FDE-EEA9-77577FFCDC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ST10445832</a:t>
            </a:r>
          </a:p>
          <a:p>
            <a:r>
              <a:rPr lang="en-ZA" dirty="0"/>
              <a:t>Alex </a:t>
            </a:r>
            <a:r>
              <a:rPr lang="en-ZA" dirty="0" err="1"/>
              <a:t>Pluddemann</a:t>
            </a:r>
            <a:endParaRPr lang="en-ZA" dirty="0"/>
          </a:p>
          <a:p>
            <a:r>
              <a:rPr lang="en-ZA" dirty="0"/>
              <a:t>PROG6212</a:t>
            </a:r>
          </a:p>
        </p:txBody>
      </p:sp>
    </p:spTree>
    <p:extLst>
      <p:ext uri="{BB962C8B-B14F-4D97-AF65-F5344CB8AC3E}">
        <p14:creationId xmlns:p14="http://schemas.microsoft.com/office/powerpoint/2010/main" val="259735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22421-709A-4FEC-02EB-ABDD09B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755F52-798F-E931-12A6-340D228B6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2FEAC-38E0-5A86-F5F2-39912053B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ZA" dirty="0"/>
              <a:t>CMCS Purpose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B1A5703-95E3-64AE-4FFC-F3AC587CF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A497A17-B282-7F26-8950-3514D36A9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819842"/>
              </p:ext>
            </p:extLst>
          </p:nvPr>
        </p:nvGraphicFramePr>
        <p:xfrm>
          <a:off x="1333502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1165800-2628-DCDE-DDDD-D60B02D52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0654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8D1CC-3EE6-B60E-C7F6-0F6C69C8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3D14D-9C76-7127-F679-E956727A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AE51B-F059-541C-9F5B-6236F55F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ZA" dirty="0"/>
              <a:t>CMCS Users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FC084E-64F6-C727-3ED2-02688925A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67B702-F39F-AFE8-1D66-6221A4C83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41D074-3648-F7EC-811B-8FA9ECF08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730497"/>
              </p:ext>
            </p:extLst>
          </p:nvPr>
        </p:nvGraphicFramePr>
        <p:xfrm>
          <a:off x="4939814" y="1331906"/>
          <a:ext cx="6312904" cy="41583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2351A9-1CD1-B492-4294-4743CFAF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488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E140E-0349-6327-0C09-16E3BCDD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ZA" dirty="0"/>
              <a:t>Problem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630C676-ADC7-E31C-368F-04736AEF2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5036991"/>
              </p:ext>
            </p:extLst>
          </p:nvPr>
        </p:nvGraphicFramePr>
        <p:xfrm>
          <a:off x="1333502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1870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13CAB-4321-DBF3-7D57-4397EA14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EEF4-BF97-B859-A0B7-CE751A0F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kumimoji="0" lang="en-ZA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Solution: Simplified Claim Submission</a:t>
            </a:r>
            <a:br>
              <a:rPr kumimoji="0" lang="en-ZA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ZA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Limited Module Options</a:t>
            </a:r>
            <a:endParaRPr lang="en-ZA" sz="24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ADC8EA-A8E7-3AA0-4FBA-BAB048446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220430" cy="3880773"/>
          </a:xfrm>
        </p:spPr>
        <p:txBody>
          <a:bodyPr>
            <a:normAutofit/>
          </a:bodyPr>
          <a:lstStyle/>
          <a:p>
            <a:r>
              <a:rPr lang="en-US" dirty="0"/>
              <a:t>Minimum 2 inputs, Maximum 4 inputs</a:t>
            </a:r>
          </a:p>
          <a:p>
            <a:r>
              <a:rPr lang="en-US" dirty="0"/>
              <a:t>Lecturer need only provide</a:t>
            </a:r>
          </a:p>
          <a:p>
            <a:pPr lvl="1"/>
            <a:r>
              <a:rPr lang="en-US" dirty="0"/>
              <a:t>The module relevant to their claim</a:t>
            </a:r>
          </a:p>
          <a:p>
            <a:pPr lvl="1"/>
            <a:r>
              <a:rPr lang="en-US" dirty="0"/>
              <a:t>Hours worked</a:t>
            </a:r>
          </a:p>
          <a:p>
            <a:pPr lvl="1"/>
            <a:r>
              <a:rPr lang="en-US" dirty="0"/>
              <a:t>(optional) Comments and supporting documents which might help in verifying the validity of the claim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532AEB-5C8F-D5FB-F6C2-7FE5F8749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" b="1"/>
          <a:stretch>
            <a:fillRect/>
          </a:stretch>
        </p:blipFill>
        <p:spPr>
          <a:xfrm>
            <a:off x="6127951" y="2159000"/>
            <a:ext cx="3145536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5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F3D9-E8A1-D391-5DD0-6886B733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ZA" dirty="0"/>
              <a:t>Solution: Pre-validated module selection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397ADF-BE04-22FA-365E-13A95985D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749323"/>
          </a:xfrm>
        </p:spPr>
        <p:txBody>
          <a:bodyPr>
            <a:normAutofit/>
          </a:bodyPr>
          <a:lstStyle/>
          <a:p>
            <a:r>
              <a:rPr lang="en-US" dirty="0"/>
              <a:t>Simple</a:t>
            </a:r>
          </a:p>
          <a:p>
            <a:pPr lvl="1"/>
            <a:r>
              <a:rPr lang="en-US" dirty="0"/>
              <a:t>Lecturers only see modules they teach, and not all modules offered by the institution</a:t>
            </a:r>
          </a:p>
          <a:p>
            <a:r>
              <a:rPr lang="en-US" dirty="0"/>
              <a:t>Safe</a:t>
            </a:r>
          </a:p>
          <a:p>
            <a:pPr lvl="1"/>
            <a:r>
              <a:rPr lang="en-US" dirty="0"/>
              <a:t>Lecturers cannot claim against modules which they don’t teach</a:t>
            </a:r>
          </a:p>
          <a:p>
            <a:endParaRPr lang="en-US" dirty="0"/>
          </a:p>
        </p:txBody>
      </p:sp>
      <p:pic>
        <p:nvPicPr>
          <p:cNvPr id="5" name="Content Placeholder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BE48C95-02FE-6B78-0D60-0B0C33F71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417" y="2439227"/>
            <a:ext cx="4788030" cy="219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4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8E857-74D8-AAAC-C3CF-90304B34B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Solution: Simplified claim 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181ED-B360-974D-2429-FB3959925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4184035" cy="3880772"/>
          </a:xfrm>
        </p:spPr>
        <p:txBody>
          <a:bodyPr/>
          <a:lstStyle/>
          <a:p>
            <a:r>
              <a:rPr lang="en-ZA" dirty="0"/>
              <a:t>Lecturers’ hourly rate</a:t>
            </a:r>
          </a:p>
          <a:p>
            <a:pPr lvl="1"/>
            <a:r>
              <a:rPr lang="en-ZA" dirty="0"/>
              <a:t>Set by HR during onboarding</a:t>
            </a:r>
          </a:p>
          <a:p>
            <a:pPr lvl="1"/>
            <a:r>
              <a:rPr lang="en-ZA" dirty="0"/>
              <a:t>Pulled from database during claim creation</a:t>
            </a:r>
          </a:p>
          <a:p>
            <a:r>
              <a:rPr lang="en-ZA" dirty="0"/>
              <a:t>Claim value auto-calculates using stored hourly rate and entered hours worked</a:t>
            </a:r>
          </a:p>
          <a:p>
            <a:r>
              <a:rPr lang="en-ZA" dirty="0"/>
              <a:t>Saves time for both claim and verification</a:t>
            </a:r>
          </a:p>
          <a:p>
            <a:r>
              <a:rPr lang="en-ZA" dirty="0"/>
              <a:t>Reduces manual verification tasks</a:t>
            </a:r>
          </a:p>
          <a:p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5F83F2-A07E-A90F-6217-7769699F2E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563" y="3733665"/>
            <a:ext cx="4006228" cy="1011056"/>
          </a:xfrm>
        </p:spPr>
      </p:pic>
      <p:pic>
        <p:nvPicPr>
          <p:cNvPr id="8" name="Picture 7" descr="A blue background with green text&#10;&#10;AI-generated content may be incorrect.">
            <a:extLst>
              <a:ext uri="{FF2B5EF4-FFF2-40B4-BE49-F238E27FC236}">
                <a16:creationId xmlns:a16="http://schemas.microsoft.com/office/drawing/2014/main" id="{8C91D4EC-1914-F321-3E0F-387BFA529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563" y="1883777"/>
            <a:ext cx="4006228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8D28-7AE8-67D2-9082-8B3A8DB5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Solution: simplified approval</a:t>
            </a:r>
          </a:p>
        </p:txBody>
      </p:sp>
      <p:pic>
        <p:nvPicPr>
          <p:cNvPr id="8" name="Content Placeholder 7" descr="A screenshot of a blue screen&#10;&#10;AI-generated content may be incorrect.">
            <a:extLst>
              <a:ext uri="{FF2B5EF4-FFF2-40B4-BE49-F238E27FC236}">
                <a16:creationId xmlns:a16="http://schemas.microsoft.com/office/drawing/2014/main" id="{E4BECFE2-383A-E45A-B740-A021CA1FD2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2445"/>
            <a:ext cx="2738873" cy="3881437"/>
          </a:xfr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51E944-3932-CFE0-4468-447D6F9D66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50" y="1712445"/>
            <a:ext cx="4184650" cy="1995458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663C4D-B7EC-E7D1-D14F-06933AF1D91B}"/>
              </a:ext>
            </a:extLst>
          </p:cNvPr>
          <p:cNvSpPr txBox="1">
            <a:spLocks/>
          </p:cNvSpPr>
          <p:nvPr/>
        </p:nvSpPr>
        <p:spPr>
          <a:xfrm>
            <a:off x="791633" y="3942080"/>
            <a:ext cx="4184035" cy="1890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Approval can be granted based on data at a glance</a:t>
            </a:r>
          </a:p>
          <a:p>
            <a:r>
              <a:rPr lang="en-ZA" dirty="0"/>
              <a:t>Claim detail can be viewed, including attached documents, if further scrutiny is required.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0855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478F6-623E-C47D-2079-558546E3C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A533011-3316-4DFD-B545-CAAF85A5D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6F765C2-CFA0-43E2-B4AA-9B1A7E50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EBBA5-9C98-41C0-8D3E-B8BF8BD8E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8C771D4E-1F4E-45D3-BA61-0D47390C2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E870B5F-9A8A-41E5-B3BA-69025EC20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BE85410D-4D65-4C22-8938-1DFF919FB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EED07E7-1F26-484A-9FA1-E822B46AE2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570AEF5-6B4E-4F8D-BF1F-BC5C65452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5C1811B-FFBE-435C-820F-DADEC25D4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97FDC73-3DBB-44D0-8EE8-41F35CABB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B5DE8BB-A829-45DC-AA9E-1138CFB10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9FD90D9-0777-4927-90C9-E837E6773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E41722-2D7B-C017-E775-892830F94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515" y="548747"/>
            <a:ext cx="2115396" cy="3217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1EF4A1-BC55-9FF2-90C6-B2723548E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611" y="548747"/>
            <a:ext cx="2195829" cy="3217333"/>
          </a:xfrm>
          <a:prstGeom prst="rect">
            <a:avLst/>
          </a:prstGeom>
        </p:spPr>
      </p:pic>
      <p:sp>
        <p:nvSpPr>
          <p:cNvPr id="36" name="Parallelogram 35">
            <a:extLst>
              <a:ext uri="{FF2B5EF4-FFF2-40B4-BE49-F238E27FC236}">
                <a16:creationId xmlns:a16="http://schemas.microsoft.com/office/drawing/2014/main" id="{F92D073F-0FE7-41B7-ADCD-5CE16DEEE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062" y="4181364"/>
            <a:ext cx="11519876" cy="2177879"/>
          </a:xfrm>
          <a:prstGeom prst="parallelogram">
            <a:avLst>
              <a:gd name="adj" fmla="val 29000"/>
            </a:avLst>
          </a:prstGeom>
          <a:solidFill>
            <a:schemeClr val="tx1">
              <a:alpha val="9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D48D3-F93D-1762-D8D3-2C537452E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338" y="4441621"/>
            <a:ext cx="4626707" cy="15625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Solution: automated approval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C0AB440-46B3-3EBF-4EA7-AAB207F33599}"/>
              </a:ext>
            </a:extLst>
          </p:cNvPr>
          <p:cNvSpPr txBox="1">
            <a:spLocks/>
          </p:cNvSpPr>
          <p:nvPr/>
        </p:nvSpPr>
        <p:spPr>
          <a:xfrm>
            <a:off x="5945402" y="4441621"/>
            <a:ext cx="5082106" cy="1599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The system can auto-approve claims that fall within certain criteria.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A4F96D-79D5-7DD8-ACC7-71DD9E6A9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25" y="807372"/>
            <a:ext cx="6426815" cy="256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46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B887-DDFA-9692-77AE-22A4370E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Solution: transparent approval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25557-4ABE-7646-BD20-A60BE7AF9F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Claim status is updated at each step of the process</a:t>
            </a:r>
          </a:p>
          <a:p>
            <a:r>
              <a:rPr lang="en-ZA" dirty="0"/>
              <a:t>Status is updated in real-time, allowing the lecturer to see updates as they happen</a:t>
            </a:r>
          </a:p>
          <a:p>
            <a:r>
              <a:rPr lang="en-ZA" dirty="0"/>
              <a:t>Reduces queries regarding claim approvals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E079E7-A0FD-6F5C-9719-4E6035F51B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8" r="55"/>
          <a:stretch>
            <a:fillRect/>
          </a:stretch>
        </p:blipFill>
        <p:spPr>
          <a:xfrm>
            <a:off x="4338734" y="1656565"/>
            <a:ext cx="5438228" cy="3880772"/>
          </a:xfrm>
          <a:effectLst>
            <a:softEdge rad="685800"/>
          </a:effectLst>
        </p:spPr>
      </p:pic>
    </p:spTree>
    <p:extLst>
      <p:ext uri="{BB962C8B-B14F-4D97-AF65-F5344CB8AC3E}">
        <p14:creationId xmlns:p14="http://schemas.microsoft.com/office/powerpoint/2010/main" val="1036584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FFEA7-C234-B966-CED3-71C837B74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EDCFB9F-E56F-E5B3-07CF-CF9B951B1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EEDC496-0E6A-7641-FD42-230E6F7F4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DCC068-0444-DB35-0E60-BD31F805B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67A40169-76FB-2E0F-BD96-372F1C4BD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59559C-880C-DFB8-55A6-8B4CF21D12E0}"/>
              </a:ext>
            </a:extLst>
          </p:cNvPr>
          <p:cNvSpPr txBox="1">
            <a:spLocks/>
          </p:cNvSpPr>
          <p:nvPr/>
        </p:nvSpPr>
        <p:spPr>
          <a:xfrm>
            <a:off x="448733" y="363752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ZA" dirty="0"/>
              <a:t>Real-time status updates with </a:t>
            </a:r>
            <a:r>
              <a:rPr lang="en-ZA" dirty="0" err="1"/>
              <a:t>SignalR</a:t>
            </a:r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9D554F-1025-353A-1FC4-D32D9803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300" y="4617244"/>
            <a:ext cx="4420217" cy="314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EDB929-2A6D-86D2-3204-3380701A6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537" y="1390413"/>
            <a:ext cx="5277587" cy="1105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663FFD-2913-A52D-B9A5-7B99EE879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870" y="5259673"/>
            <a:ext cx="6125430" cy="743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5EF76C-B84B-FB90-6AE5-496F6D74E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266" y="3236322"/>
            <a:ext cx="3153522" cy="9561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C21FAC-5C98-94C0-2CB4-36B1C7885748}"/>
              </a:ext>
            </a:extLst>
          </p:cNvPr>
          <p:cNvSpPr txBox="1"/>
          <p:nvPr/>
        </p:nvSpPr>
        <p:spPr>
          <a:xfrm>
            <a:off x="557304" y="1512970"/>
            <a:ext cx="3744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1. Client connects to </a:t>
            </a:r>
            <a:r>
              <a:rPr lang="en-ZA" dirty="0" err="1"/>
              <a:t>SignalR</a:t>
            </a:r>
            <a:r>
              <a:rPr lang="en-ZA" dirty="0"/>
              <a:t> Hub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E04900-068E-2E4C-C1C6-9159C191D2CA}"/>
              </a:ext>
            </a:extLst>
          </p:cNvPr>
          <p:cNvSpPr txBox="1"/>
          <p:nvPr/>
        </p:nvSpPr>
        <p:spPr>
          <a:xfrm>
            <a:off x="557304" y="2127605"/>
            <a:ext cx="3930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2. Define callback function for when ‘</a:t>
            </a:r>
            <a:r>
              <a:rPr lang="en-ZA" dirty="0" err="1"/>
              <a:t>ClaimStatusUpdated</a:t>
            </a:r>
            <a:r>
              <a:rPr lang="en-ZA" dirty="0"/>
              <a:t>’ triggers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D82CC1-4799-0DF5-8753-3EBA2E1F59CF}"/>
              </a:ext>
            </a:extLst>
          </p:cNvPr>
          <p:cNvSpPr txBox="1"/>
          <p:nvPr/>
        </p:nvSpPr>
        <p:spPr>
          <a:xfrm>
            <a:off x="502298" y="1110391"/>
            <a:ext cx="339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Lecturer 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DBE83B-311E-70B1-DED3-145E6F6DD83B}"/>
              </a:ext>
            </a:extLst>
          </p:cNvPr>
          <p:cNvSpPr txBox="1"/>
          <p:nvPr/>
        </p:nvSpPr>
        <p:spPr>
          <a:xfrm>
            <a:off x="490889" y="4186065"/>
            <a:ext cx="356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Approval Controller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E05989-8125-3549-5B47-B1EC7BDCA165}"/>
              </a:ext>
            </a:extLst>
          </p:cNvPr>
          <p:cNvSpPr txBox="1"/>
          <p:nvPr/>
        </p:nvSpPr>
        <p:spPr>
          <a:xfrm>
            <a:off x="448733" y="4555397"/>
            <a:ext cx="3647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1. Send status to update notice method when claim is verified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2DAA3C-1E3A-4FC1-92A4-647606C4C5BD}"/>
              </a:ext>
            </a:extLst>
          </p:cNvPr>
          <p:cNvSpPr txBox="1"/>
          <p:nvPr/>
        </p:nvSpPr>
        <p:spPr>
          <a:xfrm>
            <a:off x="490889" y="5345030"/>
            <a:ext cx="3647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2. </a:t>
            </a:r>
            <a:r>
              <a:rPr lang="en-ZA" dirty="0" err="1"/>
              <a:t>SignalR</a:t>
            </a:r>
            <a:r>
              <a:rPr lang="en-ZA" dirty="0"/>
              <a:t> hub notifies clients of the event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22D36-9F86-8EF2-77A1-BBD716BB7C02}"/>
              </a:ext>
            </a:extLst>
          </p:cNvPr>
          <p:cNvSpPr txBox="1"/>
          <p:nvPr/>
        </p:nvSpPr>
        <p:spPr>
          <a:xfrm>
            <a:off x="502298" y="2899126"/>
            <a:ext cx="3930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3. When callback function runs, update the UI for the relevant claim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EBB9D9-9FD1-4BBD-138E-7C4B1897F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266" y="2936833"/>
            <a:ext cx="2686425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385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1826-9852-B7EC-537F-07AC57CF0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Solution: automated invoice generation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9F12C4-B4B5-9694-5D65-8C6A9A4C4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87987"/>
            <a:ext cx="8596312" cy="2802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CC8FF2-D2D7-0ED8-C3A8-915634A48E82}"/>
              </a:ext>
            </a:extLst>
          </p:cNvPr>
          <p:cNvSpPr txBox="1"/>
          <p:nvPr/>
        </p:nvSpPr>
        <p:spPr>
          <a:xfrm>
            <a:off x="587881" y="4353339"/>
            <a:ext cx="4868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HR can select one or more claims to process. This completes the claim process and automatically generates an invoice, stored in the system database.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AD353C-3CA0-AAA7-F198-097D5C8B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583" y="4327719"/>
            <a:ext cx="2846849" cy="189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4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1790-3786-29D3-04DD-0466B06F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Invoice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1BD00-840A-9DB6-FC51-588968E02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88" y="2160589"/>
            <a:ext cx="3934423" cy="3880773"/>
          </a:xfrm>
        </p:spPr>
        <p:txBody>
          <a:bodyPr/>
          <a:lstStyle/>
          <a:p>
            <a:r>
              <a:rPr lang="en-ZA" dirty="0"/>
              <a:t>Claim and relevant lecturer data is read from the database</a:t>
            </a:r>
          </a:p>
          <a:p>
            <a:r>
              <a:rPr lang="en-ZA" dirty="0"/>
              <a:t>The data fed to a </a:t>
            </a:r>
            <a:r>
              <a:rPr lang="en-ZA" dirty="0" err="1"/>
              <a:t>QuestPDF</a:t>
            </a:r>
            <a:r>
              <a:rPr lang="en-ZA" dirty="0"/>
              <a:t> Document class which defines the invoice template</a:t>
            </a:r>
          </a:p>
          <a:p>
            <a:r>
              <a:rPr lang="en-ZA" dirty="0"/>
              <a:t>The document content is saved to the database with information like invoice number, date created, and due date.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6F004C-8C1B-0998-74D2-CA06E5CB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703" r="35642"/>
          <a:stretch>
            <a:fillRect/>
          </a:stretch>
        </p:blipFill>
        <p:spPr>
          <a:xfrm>
            <a:off x="4651513" y="2710586"/>
            <a:ext cx="4990643" cy="2162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2C96E0-AFF0-A7E8-B2A2-39569C431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438" b="73548"/>
          <a:stretch>
            <a:fillRect/>
          </a:stretch>
        </p:blipFill>
        <p:spPr>
          <a:xfrm>
            <a:off x="4651513" y="1675916"/>
            <a:ext cx="4384357" cy="1034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85B093-3233-740A-5D37-4720CDDED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513" y="4960144"/>
            <a:ext cx="2947232" cy="138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5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197AD-5325-C593-7695-5B6F5206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Solution: User and business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042BC-FAB2-AE19-BBC4-EC017A4E0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51" y="2118757"/>
            <a:ext cx="3856774" cy="27093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AD3EA-7728-779D-53F8-A8A07EE9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HR can generate statistics report documents for</a:t>
            </a:r>
          </a:p>
          <a:p>
            <a:pPr lvl="1"/>
            <a:r>
              <a:rPr lang="en-ZA">
                <a:solidFill>
                  <a:srgbClr val="FFFFFF"/>
                </a:solidFill>
              </a:rPr>
              <a:t>All time</a:t>
            </a:r>
          </a:p>
          <a:p>
            <a:pPr lvl="1"/>
            <a:r>
              <a:rPr lang="en-ZA">
                <a:solidFill>
                  <a:srgbClr val="FFFFFF"/>
                </a:solidFill>
              </a:rPr>
              <a:t>3 Months</a:t>
            </a:r>
          </a:p>
          <a:p>
            <a:pPr lvl="1"/>
            <a:r>
              <a:rPr lang="en-ZA">
                <a:solidFill>
                  <a:srgbClr val="FFFFFF"/>
                </a:solidFill>
              </a:rPr>
              <a:t>6 Months</a:t>
            </a:r>
          </a:p>
          <a:p>
            <a:pPr lvl="1"/>
            <a:r>
              <a:rPr lang="en-ZA">
                <a:solidFill>
                  <a:srgbClr val="FFFFFF"/>
                </a:solidFill>
              </a:rPr>
              <a:t>12 Months</a:t>
            </a:r>
          </a:p>
        </p:txBody>
      </p:sp>
    </p:spTree>
    <p:extLst>
      <p:ext uri="{BB962C8B-B14F-4D97-AF65-F5344CB8AC3E}">
        <p14:creationId xmlns:p14="http://schemas.microsoft.com/office/powerpoint/2010/main" val="1237803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B998C-88B2-0A1F-E555-661759CEE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Solution: User and business insights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68482-887A-5171-FA12-B91C0C068B6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4" y="1930400"/>
            <a:ext cx="3695354" cy="388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Lecturer Statistics</a:t>
            </a:r>
          </a:p>
          <a:p>
            <a:pPr lvl="1"/>
            <a:r>
              <a:rPr lang="en-ZA" dirty="0"/>
              <a:t>Average hourly rate</a:t>
            </a:r>
          </a:p>
          <a:p>
            <a:pPr lvl="1"/>
            <a:r>
              <a:rPr lang="en-ZA" dirty="0"/>
              <a:t>Average hours claimed</a:t>
            </a:r>
          </a:p>
          <a:p>
            <a:pPr lvl="1"/>
            <a:r>
              <a:rPr lang="en-ZA" dirty="0"/>
              <a:t>Average number of claims per lecturer</a:t>
            </a:r>
          </a:p>
          <a:p>
            <a:pPr lvl="1"/>
            <a:r>
              <a:rPr lang="en-ZA" dirty="0"/>
              <a:t>Average claim value</a:t>
            </a:r>
          </a:p>
          <a:p>
            <a:pPr lvl="1"/>
            <a:endParaRPr lang="en-Z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D0FD4A-14A1-C6F7-22EF-CB3C8206B90A}"/>
              </a:ext>
            </a:extLst>
          </p:cNvPr>
          <p:cNvSpPr txBox="1">
            <a:spLocks/>
          </p:cNvSpPr>
          <p:nvPr/>
        </p:nvSpPr>
        <p:spPr>
          <a:xfrm>
            <a:off x="4624479" y="1930400"/>
            <a:ext cx="3695354" cy="388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Claim Statistics</a:t>
            </a:r>
          </a:p>
          <a:p>
            <a:pPr lvl="1"/>
            <a:r>
              <a:rPr lang="en-ZA" dirty="0"/>
              <a:t>Rejection rate</a:t>
            </a:r>
          </a:p>
          <a:p>
            <a:pPr lvl="1"/>
            <a:r>
              <a:rPr lang="en-ZA" dirty="0"/>
              <a:t>Average time from claim submission to processing completion</a:t>
            </a:r>
          </a:p>
          <a:p>
            <a:pPr lvl="1"/>
            <a:r>
              <a:rPr lang="en-ZA" dirty="0"/>
              <a:t>Total claims processed</a:t>
            </a:r>
          </a:p>
          <a:p>
            <a:pPr lvl="1"/>
            <a:r>
              <a:rPr lang="en-ZA" dirty="0"/>
              <a:t>Total number of invoices</a:t>
            </a:r>
          </a:p>
          <a:p>
            <a:pPr lvl="1"/>
            <a:r>
              <a:rPr lang="en-ZA" dirty="0"/>
              <a:t>Total amount invoiced</a:t>
            </a:r>
          </a:p>
          <a:p>
            <a:pPr lvl="1"/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769324-C2CA-1B6F-C2D0-A4A9B10BA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60" y="4094922"/>
            <a:ext cx="4565073" cy="1716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DC293E-E70F-5B0C-0F4E-637F85A5E3B9}"/>
              </a:ext>
            </a:extLst>
          </p:cNvPr>
          <p:cNvSpPr txBox="1"/>
          <p:nvPr/>
        </p:nvSpPr>
        <p:spPr>
          <a:xfrm>
            <a:off x="324861" y="5811837"/>
            <a:ext cx="3806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dirty="0"/>
              <a:t>Statistics gathering example</a:t>
            </a:r>
          </a:p>
        </p:txBody>
      </p:sp>
    </p:spTree>
    <p:extLst>
      <p:ext uri="{BB962C8B-B14F-4D97-AF65-F5344CB8AC3E}">
        <p14:creationId xmlns:p14="http://schemas.microsoft.com/office/powerpoint/2010/main" val="2312279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AE5B4D-89D7-8B87-547F-93DB16EC8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F8BE49-FBDB-FEEA-CB7E-EBCDEFF13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ZA" dirty="0"/>
              <a:t>Solution: User and business insights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065629-A47D-B157-1567-CF99ED02ABA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Further insights possible</a:t>
            </a:r>
          </a:p>
          <a:p>
            <a:pPr lvl="1"/>
            <a:r>
              <a:rPr lang="en-ZA" dirty="0"/>
              <a:t>Per approver productivity metrics</a:t>
            </a:r>
          </a:p>
          <a:p>
            <a:pPr lvl="1"/>
            <a:r>
              <a:rPr lang="en-ZA" dirty="0"/>
              <a:t>Lecturer rates per module/course</a:t>
            </a:r>
          </a:p>
          <a:p>
            <a:pPr lvl="1"/>
            <a:r>
              <a:rPr lang="en-ZA" dirty="0"/>
              <a:t>Cost efficiency suggestions</a:t>
            </a:r>
          </a:p>
          <a:p>
            <a:pPr lvl="1"/>
            <a:r>
              <a:rPr lang="en-ZA" dirty="0"/>
              <a:t>Module pricing guidance based on lecturer cost</a:t>
            </a:r>
          </a:p>
          <a:p>
            <a:pPr lvl="1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99132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B911-3E5B-3F82-49AF-4126DE5E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F83B9-13CE-DD46-2998-9758DF38B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The CMCS</a:t>
            </a:r>
          </a:p>
          <a:p>
            <a:pPr lvl="1"/>
            <a:r>
              <a:rPr lang="en-ZA" dirty="0"/>
              <a:t>Empowers lecturers</a:t>
            </a:r>
          </a:p>
          <a:p>
            <a:pPr lvl="1"/>
            <a:r>
              <a:rPr lang="en-ZA" dirty="0"/>
              <a:t>Enhances institution productivity and operational efficiency</a:t>
            </a:r>
          </a:p>
          <a:p>
            <a:pPr lvl="1"/>
            <a:r>
              <a:rPr lang="en-ZA" dirty="0"/>
              <a:t>Delivers actionable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6789351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Metadata/LabelInfo.xml><?xml version="1.0" encoding="utf-8"?>
<clbl:labelList xmlns:clbl="http://schemas.microsoft.com/office/2020/mipLabelMetadata">
  <clbl:label id="{e10c8f44-f469-448f-bc0d-d781288ff01b}" enabled="0" method="" siteId="{e10c8f44-f469-448f-bc0d-d781288ff01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316</TotalTime>
  <Words>553</Words>
  <Application>Microsoft Office PowerPoint</Application>
  <PresentationFormat>Widescreen</PresentationFormat>
  <Paragraphs>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Contract Lecturer Monthly Claims System</vt:lpstr>
      <vt:lpstr>CMCS Purpose</vt:lpstr>
      <vt:lpstr>CMCS Users</vt:lpstr>
      <vt:lpstr>Problem</vt:lpstr>
      <vt:lpstr>Solution: Simplified Claim Submission Limited Module Options</vt:lpstr>
      <vt:lpstr>Solution: Pre-validated module selection</vt:lpstr>
      <vt:lpstr>Solution: Simplified claim valuation</vt:lpstr>
      <vt:lpstr>Solution: simplified approval</vt:lpstr>
      <vt:lpstr>Solution: automated approval</vt:lpstr>
      <vt:lpstr>Solution: transparent approval process</vt:lpstr>
      <vt:lpstr>PowerPoint Presentation</vt:lpstr>
      <vt:lpstr>Solution: automated invoice generation</vt:lpstr>
      <vt:lpstr>Invoice Generation</vt:lpstr>
      <vt:lpstr>Solution: User and business insights</vt:lpstr>
      <vt:lpstr>Solution: User and business insights</vt:lpstr>
      <vt:lpstr>Solution: User and 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Eduard Plüddemann</dc:creator>
  <cp:lastModifiedBy>Alex Eduard Plüddemann</cp:lastModifiedBy>
  <cp:revision>1</cp:revision>
  <dcterms:created xsi:type="dcterms:W3CDTF">2025-11-21T09:22:43Z</dcterms:created>
  <dcterms:modified xsi:type="dcterms:W3CDTF">2025-11-21T14:39:15Z</dcterms:modified>
</cp:coreProperties>
</file>